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3" r:id="rId7"/>
    <p:sldId id="278" r:id="rId8"/>
    <p:sldId id="260" r:id="rId9"/>
    <p:sldId id="259" r:id="rId10"/>
    <p:sldId id="258" r:id="rId11"/>
    <p:sldId id="279" r:id="rId12"/>
    <p:sldId id="267" r:id="rId13"/>
    <p:sldId id="262" r:id="rId14"/>
    <p:sldId id="261" r:id="rId15"/>
    <p:sldId id="265" r:id="rId16"/>
    <p:sldId id="274" r:id="rId17"/>
    <p:sldId id="275" r:id="rId18"/>
  </p:sldIdLst>
  <p:sldSz cx="12192000" cy="6858000"/>
  <p:notesSz cx="6858000" cy="9144000"/>
  <p:defaultTextStyle>
    <a:defPPr rtl="0">
      <a:defRPr lang="pt-PT"/>
    </a:defPPr>
    <a:lvl1pPr marL="0" algn="l" defTabSz="914400" rtl="0" eaLnBrk="1" latinLnBrk="0" hangingPunct="1">
      <a:defRPr lang="pt-P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P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P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P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P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P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P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P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P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E1FF"/>
    <a:srgbClr val="2B0348"/>
    <a:srgbClr val="3C6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86432" autoAdjust="0"/>
  </p:normalViewPr>
  <p:slideViewPr>
    <p:cSldViewPr snapToGrid="0">
      <p:cViewPr varScale="1">
        <p:scale>
          <a:sx n="95" d="100"/>
          <a:sy n="95" d="100"/>
        </p:scale>
        <p:origin x="118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64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D0FC4D-49A8-4AF6-9BCB-F09063ED8168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E9F477A4-2CEF-456B-A9F1-8722AA82A3A4}">
      <dgm:prSet phldrT="[Texto]" phldr="0"/>
      <dgm:spPr>
        <a:ln>
          <a:solidFill>
            <a:schemeClr val="bg1"/>
          </a:solidFill>
        </a:ln>
      </dgm:spPr>
      <dgm:t>
        <a:bodyPr/>
        <a:lstStyle/>
        <a:p>
          <a:r>
            <a:rPr lang="pt-PT" dirty="0">
              <a:solidFill>
                <a:srgbClr val="0BE1FF"/>
              </a:solidFill>
            </a:rPr>
            <a:t>Pergunta de Investigação</a:t>
          </a:r>
        </a:p>
      </dgm:t>
    </dgm:pt>
    <dgm:pt modelId="{4B0094C7-C47F-4A02-91CD-34361780BBEE}" type="parTrans" cxnId="{D7B8F66F-7763-4A54-8B7A-BCD57AB5E6E7}">
      <dgm:prSet/>
      <dgm:spPr/>
      <dgm:t>
        <a:bodyPr/>
        <a:lstStyle/>
        <a:p>
          <a:endParaRPr lang="pt-PT"/>
        </a:p>
      </dgm:t>
    </dgm:pt>
    <dgm:pt modelId="{4ED37694-7E59-488E-93E0-C04E7CFF3193}" type="sibTrans" cxnId="{D7B8F66F-7763-4A54-8B7A-BCD57AB5E6E7}">
      <dgm:prSet/>
      <dgm:spPr/>
      <dgm:t>
        <a:bodyPr/>
        <a:lstStyle/>
        <a:p>
          <a:endParaRPr lang="pt-PT"/>
        </a:p>
      </dgm:t>
    </dgm:pt>
    <dgm:pt modelId="{010334FC-B073-4BE8-A106-35D91FC32997}">
      <dgm:prSet phldrT="[Texto]" custT="1"/>
      <dgm:spPr>
        <a:ln>
          <a:solidFill>
            <a:schemeClr val="bg1"/>
          </a:solidFill>
        </a:ln>
      </dgm:spPr>
      <dgm:t>
        <a:bodyPr/>
        <a:lstStyle/>
        <a:p>
          <a:r>
            <a:rPr lang="pt-PT" dirty="0">
              <a:solidFill>
                <a:srgbClr val="0BE1FF"/>
              </a:solidFill>
            </a:rPr>
            <a:t>PICOCT</a:t>
          </a:r>
          <a:endParaRPr lang="pt-PT" sz="800" dirty="0">
            <a:solidFill>
              <a:srgbClr val="0BE1FF"/>
            </a:solidFill>
          </a:endParaRPr>
        </a:p>
      </dgm:t>
    </dgm:pt>
    <dgm:pt modelId="{9F9CD625-81D0-4AA6-B96E-653FB3B9E289}" type="parTrans" cxnId="{E8ED5C1A-1F41-4AD8-B98B-58F9C0E0F052}">
      <dgm:prSet/>
      <dgm:spPr/>
      <dgm:t>
        <a:bodyPr/>
        <a:lstStyle/>
        <a:p>
          <a:endParaRPr lang="pt-PT"/>
        </a:p>
      </dgm:t>
    </dgm:pt>
    <dgm:pt modelId="{1B698763-04DA-4CD0-B000-E0A6346B6A35}" type="sibTrans" cxnId="{E8ED5C1A-1F41-4AD8-B98B-58F9C0E0F052}">
      <dgm:prSet/>
      <dgm:spPr/>
      <dgm:t>
        <a:bodyPr/>
        <a:lstStyle/>
        <a:p>
          <a:endParaRPr lang="pt-PT"/>
        </a:p>
      </dgm:t>
    </dgm:pt>
    <dgm:pt modelId="{8BA62EEB-D014-4032-9DF3-6910827C2723}">
      <dgm:prSet phldrT="[Texto]" phldr="0"/>
      <dgm:spPr>
        <a:ln>
          <a:solidFill>
            <a:schemeClr val="bg1"/>
          </a:solidFill>
        </a:ln>
      </dgm:spPr>
      <dgm:t>
        <a:bodyPr/>
        <a:lstStyle/>
        <a:p>
          <a:r>
            <a:rPr lang="pt-PT">
              <a:solidFill>
                <a:srgbClr val="0BE1FF"/>
              </a:solidFill>
            </a:rPr>
            <a:t>Palavras-Chave</a:t>
          </a:r>
          <a:endParaRPr lang="pt-PT" dirty="0">
            <a:solidFill>
              <a:srgbClr val="0BE1FF"/>
            </a:solidFill>
          </a:endParaRPr>
        </a:p>
      </dgm:t>
    </dgm:pt>
    <dgm:pt modelId="{5EF04CB5-090B-4B6D-B0E7-34C7CF41B6E8}" type="parTrans" cxnId="{AC06B8DD-DFBE-4D89-92A2-181A3BD7AFF0}">
      <dgm:prSet/>
      <dgm:spPr/>
      <dgm:t>
        <a:bodyPr/>
        <a:lstStyle/>
        <a:p>
          <a:endParaRPr lang="pt-PT"/>
        </a:p>
      </dgm:t>
    </dgm:pt>
    <dgm:pt modelId="{B175DA1D-83F2-4454-8F0A-E74E1E2ACC5C}" type="sibTrans" cxnId="{AC06B8DD-DFBE-4D89-92A2-181A3BD7AFF0}">
      <dgm:prSet/>
      <dgm:spPr/>
      <dgm:t>
        <a:bodyPr/>
        <a:lstStyle/>
        <a:p>
          <a:endParaRPr lang="pt-PT"/>
        </a:p>
      </dgm:t>
    </dgm:pt>
    <dgm:pt modelId="{59A97FC5-C395-4B2A-88E5-33B783ED09DA}">
      <dgm:prSet phldrT="[Texto]" phldr="0"/>
      <dgm:spPr>
        <a:ln>
          <a:solidFill>
            <a:schemeClr val="bg1"/>
          </a:solidFill>
        </a:ln>
      </dgm:spPr>
      <dgm:t>
        <a:bodyPr/>
        <a:lstStyle/>
        <a:p>
          <a:r>
            <a:rPr lang="pt-PT" dirty="0">
              <a:solidFill>
                <a:srgbClr val="0BE1FF"/>
              </a:solidFill>
            </a:rPr>
            <a:t>Critérios de I</a:t>
          </a:r>
          <a:r>
            <a:rPr lang="pt-PT">
              <a:solidFill>
                <a:srgbClr val="0BE1FF"/>
              </a:solidFill>
            </a:rPr>
            <a:t>/E</a:t>
          </a:r>
          <a:endParaRPr lang="pt-PT" dirty="0">
            <a:solidFill>
              <a:srgbClr val="0BE1FF"/>
            </a:solidFill>
          </a:endParaRPr>
        </a:p>
      </dgm:t>
    </dgm:pt>
    <dgm:pt modelId="{FDC7193B-780B-4E75-B0C7-355241E494CA}" type="parTrans" cxnId="{1E968FF4-13D4-4B0B-849C-CE6A1001D0DE}">
      <dgm:prSet/>
      <dgm:spPr/>
      <dgm:t>
        <a:bodyPr/>
        <a:lstStyle/>
        <a:p>
          <a:endParaRPr lang="pt-PT"/>
        </a:p>
      </dgm:t>
    </dgm:pt>
    <dgm:pt modelId="{2E1B10F6-70AB-4939-A556-0571CE8B803C}" type="sibTrans" cxnId="{1E968FF4-13D4-4B0B-849C-CE6A1001D0DE}">
      <dgm:prSet/>
      <dgm:spPr/>
      <dgm:t>
        <a:bodyPr/>
        <a:lstStyle/>
        <a:p>
          <a:endParaRPr lang="pt-PT"/>
        </a:p>
      </dgm:t>
    </dgm:pt>
    <dgm:pt modelId="{87979386-6A99-4201-AF0B-B69544A7A94F}">
      <dgm:prSet phldrT="[Texto]" phldr="0"/>
      <dgm:spPr>
        <a:ln>
          <a:solidFill>
            <a:schemeClr val="bg1"/>
          </a:solidFill>
        </a:ln>
      </dgm:spPr>
      <dgm:t>
        <a:bodyPr/>
        <a:lstStyle/>
        <a:p>
          <a:r>
            <a:rPr lang="pt-PT">
              <a:solidFill>
                <a:srgbClr val="0BE1FF"/>
              </a:solidFill>
            </a:rPr>
            <a:t>PRISMA</a:t>
          </a:r>
          <a:endParaRPr lang="pt-PT" dirty="0">
            <a:solidFill>
              <a:srgbClr val="0BE1FF"/>
            </a:solidFill>
          </a:endParaRPr>
        </a:p>
      </dgm:t>
    </dgm:pt>
    <dgm:pt modelId="{3D89EFC0-D5A0-4321-9786-B03005B5490B}" type="parTrans" cxnId="{A2C236BE-2140-4459-BFD1-EE27F37E8C92}">
      <dgm:prSet/>
      <dgm:spPr/>
      <dgm:t>
        <a:bodyPr/>
        <a:lstStyle/>
        <a:p>
          <a:endParaRPr lang="pt-PT"/>
        </a:p>
      </dgm:t>
    </dgm:pt>
    <dgm:pt modelId="{6AFF419B-1438-4EEC-B62C-4D231615C144}" type="sibTrans" cxnId="{A2C236BE-2140-4459-BFD1-EE27F37E8C92}">
      <dgm:prSet/>
      <dgm:spPr/>
      <dgm:t>
        <a:bodyPr/>
        <a:lstStyle/>
        <a:p>
          <a:endParaRPr lang="pt-PT"/>
        </a:p>
      </dgm:t>
    </dgm:pt>
    <dgm:pt modelId="{76424306-35E4-4CD9-BC28-B9D6FD1D86AE}" type="pres">
      <dgm:prSet presAssocID="{DCD0FC4D-49A8-4AF6-9BCB-F09063ED8168}" presName="rootnode" presStyleCnt="0">
        <dgm:presLayoutVars>
          <dgm:chMax/>
          <dgm:chPref/>
          <dgm:dir/>
          <dgm:animLvl val="lvl"/>
        </dgm:presLayoutVars>
      </dgm:prSet>
      <dgm:spPr/>
    </dgm:pt>
    <dgm:pt modelId="{240F0CBB-A95E-45A4-A17C-CC3BDC485EB5}" type="pres">
      <dgm:prSet presAssocID="{E9F477A4-2CEF-456B-A9F1-8722AA82A3A4}" presName="composite" presStyleCnt="0"/>
      <dgm:spPr/>
    </dgm:pt>
    <dgm:pt modelId="{0517E822-1880-48DA-B046-5455CCA1767F}" type="pres">
      <dgm:prSet presAssocID="{E9F477A4-2CEF-456B-A9F1-8722AA82A3A4}" presName="bentUpArrow1" presStyleLbl="alignImgPlace1" presStyleIdx="0" presStyleCnt="4"/>
      <dgm:spPr>
        <a:solidFill>
          <a:srgbClr val="0BE1FF"/>
        </a:solidFill>
        <a:ln>
          <a:solidFill>
            <a:srgbClr val="0BE1FF"/>
          </a:solidFill>
        </a:ln>
      </dgm:spPr>
    </dgm:pt>
    <dgm:pt modelId="{320CFB4F-D910-42F5-830E-5450CA5EB12C}" type="pres">
      <dgm:prSet presAssocID="{E9F477A4-2CEF-456B-A9F1-8722AA82A3A4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FC8A8997-87F7-448F-87DC-DD3F1A1C0BC5}" type="pres">
      <dgm:prSet presAssocID="{E9F477A4-2CEF-456B-A9F1-8722AA82A3A4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C34235E1-D8C0-484C-9604-A51C2F687D87}" type="pres">
      <dgm:prSet presAssocID="{4ED37694-7E59-488E-93E0-C04E7CFF3193}" presName="sibTrans" presStyleCnt="0"/>
      <dgm:spPr/>
    </dgm:pt>
    <dgm:pt modelId="{A127F41E-42B0-4669-B402-1E207AA173B9}" type="pres">
      <dgm:prSet presAssocID="{010334FC-B073-4BE8-A106-35D91FC32997}" presName="composite" presStyleCnt="0"/>
      <dgm:spPr/>
    </dgm:pt>
    <dgm:pt modelId="{16ADFF27-6E2A-4750-9010-78F91EE8B846}" type="pres">
      <dgm:prSet presAssocID="{010334FC-B073-4BE8-A106-35D91FC32997}" presName="bentUpArrow1" presStyleLbl="alignImgPlace1" presStyleIdx="1" presStyleCnt="4"/>
      <dgm:spPr>
        <a:solidFill>
          <a:srgbClr val="0BE1FF"/>
        </a:solidFill>
        <a:ln>
          <a:solidFill>
            <a:srgbClr val="0BE1FF"/>
          </a:solidFill>
        </a:ln>
      </dgm:spPr>
    </dgm:pt>
    <dgm:pt modelId="{C65A3B44-7CC7-4AEA-999A-9ED74471553E}" type="pres">
      <dgm:prSet presAssocID="{010334FC-B073-4BE8-A106-35D91FC32997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DE98B751-1261-4729-8A90-7100B1C5D792}" type="pres">
      <dgm:prSet presAssocID="{010334FC-B073-4BE8-A106-35D91FC32997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70810168-33BD-4CA7-B274-3CEE3E856AB3}" type="pres">
      <dgm:prSet presAssocID="{1B698763-04DA-4CD0-B000-E0A6346B6A35}" presName="sibTrans" presStyleCnt="0"/>
      <dgm:spPr/>
    </dgm:pt>
    <dgm:pt modelId="{2456D471-8C55-4E06-9722-3D76FCEA0707}" type="pres">
      <dgm:prSet presAssocID="{8BA62EEB-D014-4032-9DF3-6910827C2723}" presName="composite" presStyleCnt="0"/>
      <dgm:spPr/>
    </dgm:pt>
    <dgm:pt modelId="{CF7E49C6-7BE3-4AB4-8267-A8E9657FA0D3}" type="pres">
      <dgm:prSet presAssocID="{8BA62EEB-D014-4032-9DF3-6910827C2723}" presName="bentUpArrow1" presStyleLbl="alignImgPlace1" presStyleIdx="2" presStyleCnt="4"/>
      <dgm:spPr>
        <a:solidFill>
          <a:srgbClr val="0BE1FF"/>
        </a:solidFill>
        <a:ln>
          <a:solidFill>
            <a:srgbClr val="0BE1FF"/>
          </a:solidFill>
        </a:ln>
      </dgm:spPr>
    </dgm:pt>
    <dgm:pt modelId="{75EE7144-ED05-4BF0-8F8A-F275C9D8E1F2}" type="pres">
      <dgm:prSet presAssocID="{8BA62EEB-D014-4032-9DF3-6910827C2723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01345386-94D0-4973-8B06-94A28BDD491D}" type="pres">
      <dgm:prSet presAssocID="{8BA62EEB-D014-4032-9DF3-6910827C2723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37EC09B6-F6F4-495B-AF93-F032A28DBB6E}" type="pres">
      <dgm:prSet presAssocID="{B175DA1D-83F2-4454-8F0A-E74E1E2ACC5C}" presName="sibTrans" presStyleCnt="0"/>
      <dgm:spPr/>
    </dgm:pt>
    <dgm:pt modelId="{804677BE-3055-4576-854A-832E2D90BCF4}" type="pres">
      <dgm:prSet presAssocID="{59A97FC5-C395-4B2A-88E5-33B783ED09DA}" presName="composite" presStyleCnt="0"/>
      <dgm:spPr/>
    </dgm:pt>
    <dgm:pt modelId="{A579CE2E-8708-4D25-B646-890E6463EB7F}" type="pres">
      <dgm:prSet presAssocID="{59A97FC5-C395-4B2A-88E5-33B783ED09DA}" presName="bentUpArrow1" presStyleLbl="alignImgPlace1" presStyleIdx="3" presStyleCnt="4"/>
      <dgm:spPr>
        <a:solidFill>
          <a:srgbClr val="0BE1FF"/>
        </a:solidFill>
        <a:ln>
          <a:solidFill>
            <a:srgbClr val="0BE1FF"/>
          </a:solidFill>
        </a:ln>
      </dgm:spPr>
    </dgm:pt>
    <dgm:pt modelId="{0572F86B-59AE-4FFF-AA4B-D073B6C58645}" type="pres">
      <dgm:prSet presAssocID="{59A97FC5-C395-4B2A-88E5-33B783ED09DA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BB7324D0-122E-4881-B874-D3C6483E7002}" type="pres">
      <dgm:prSet presAssocID="{59A97FC5-C395-4B2A-88E5-33B783ED09DA}" presName="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1592FB0E-2738-4332-8C3E-325249ABA216}" type="pres">
      <dgm:prSet presAssocID="{2E1B10F6-70AB-4939-A556-0571CE8B803C}" presName="sibTrans" presStyleCnt="0"/>
      <dgm:spPr/>
    </dgm:pt>
    <dgm:pt modelId="{7FD1B0DB-4CF7-4F83-BC17-94750F33509D}" type="pres">
      <dgm:prSet presAssocID="{87979386-6A99-4201-AF0B-B69544A7A94F}" presName="composite" presStyleCnt="0"/>
      <dgm:spPr/>
    </dgm:pt>
    <dgm:pt modelId="{2A1C84B6-68F0-42B1-87EF-C1D890D5E4EF}" type="pres">
      <dgm:prSet presAssocID="{87979386-6A99-4201-AF0B-B69544A7A94F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E8ED5C1A-1F41-4AD8-B98B-58F9C0E0F052}" srcId="{DCD0FC4D-49A8-4AF6-9BCB-F09063ED8168}" destId="{010334FC-B073-4BE8-A106-35D91FC32997}" srcOrd="1" destOrd="0" parTransId="{9F9CD625-81D0-4AA6-B96E-653FB3B9E289}" sibTransId="{1B698763-04DA-4CD0-B000-E0A6346B6A35}"/>
    <dgm:cxn modelId="{B9CF9661-A3E7-4581-9375-098EF5CF6F3F}" type="presOf" srcId="{59A97FC5-C395-4B2A-88E5-33B783ED09DA}" destId="{0572F86B-59AE-4FFF-AA4B-D073B6C58645}" srcOrd="0" destOrd="0" presId="urn:microsoft.com/office/officeart/2005/8/layout/StepDownProcess"/>
    <dgm:cxn modelId="{8BF34E47-A659-48D5-A38E-80BB463359DE}" type="presOf" srcId="{010334FC-B073-4BE8-A106-35D91FC32997}" destId="{C65A3B44-7CC7-4AEA-999A-9ED74471553E}" srcOrd="0" destOrd="0" presId="urn:microsoft.com/office/officeart/2005/8/layout/StepDownProcess"/>
    <dgm:cxn modelId="{D7B8F66F-7763-4A54-8B7A-BCD57AB5E6E7}" srcId="{DCD0FC4D-49A8-4AF6-9BCB-F09063ED8168}" destId="{E9F477A4-2CEF-456B-A9F1-8722AA82A3A4}" srcOrd="0" destOrd="0" parTransId="{4B0094C7-C47F-4A02-91CD-34361780BBEE}" sibTransId="{4ED37694-7E59-488E-93E0-C04E7CFF3193}"/>
    <dgm:cxn modelId="{C1E8D57D-1A04-4061-9C44-F688C84555F7}" type="presOf" srcId="{87979386-6A99-4201-AF0B-B69544A7A94F}" destId="{2A1C84B6-68F0-42B1-87EF-C1D890D5E4EF}" srcOrd="0" destOrd="0" presId="urn:microsoft.com/office/officeart/2005/8/layout/StepDownProcess"/>
    <dgm:cxn modelId="{6630A582-FFC8-4DC4-8DA8-F75CD4F77842}" type="presOf" srcId="{E9F477A4-2CEF-456B-A9F1-8722AA82A3A4}" destId="{320CFB4F-D910-42F5-830E-5450CA5EB12C}" srcOrd="0" destOrd="0" presId="urn:microsoft.com/office/officeart/2005/8/layout/StepDownProcess"/>
    <dgm:cxn modelId="{5DCBDCA8-35E5-4508-B480-D86CD22713CE}" type="presOf" srcId="{DCD0FC4D-49A8-4AF6-9BCB-F09063ED8168}" destId="{76424306-35E4-4CD9-BC28-B9D6FD1D86AE}" srcOrd="0" destOrd="0" presId="urn:microsoft.com/office/officeart/2005/8/layout/StepDownProcess"/>
    <dgm:cxn modelId="{A2C236BE-2140-4459-BFD1-EE27F37E8C92}" srcId="{DCD0FC4D-49A8-4AF6-9BCB-F09063ED8168}" destId="{87979386-6A99-4201-AF0B-B69544A7A94F}" srcOrd="4" destOrd="0" parTransId="{3D89EFC0-D5A0-4321-9786-B03005B5490B}" sibTransId="{6AFF419B-1438-4EEC-B62C-4D231615C144}"/>
    <dgm:cxn modelId="{AC06B8DD-DFBE-4D89-92A2-181A3BD7AFF0}" srcId="{DCD0FC4D-49A8-4AF6-9BCB-F09063ED8168}" destId="{8BA62EEB-D014-4032-9DF3-6910827C2723}" srcOrd="2" destOrd="0" parTransId="{5EF04CB5-090B-4B6D-B0E7-34C7CF41B6E8}" sibTransId="{B175DA1D-83F2-4454-8F0A-E74E1E2ACC5C}"/>
    <dgm:cxn modelId="{1E968FF4-13D4-4B0B-849C-CE6A1001D0DE}" srcId="{DCD0FC4D-49A8-4AF6-9BCB-F09063ED8168}" destId="{59A97FC5-C395-4B2A-88E5-33B783ED09DA}" srcOrd="3" destOrd="0" parTransId="{FDC7193B-780B-4E75-B0C7-355241E494CA}" sibTransId="{2E1B10F6-70AB-4939-A556-0571CE8B803C}"/>
    <dgm:cxn modelId="{E4973CFA-727F-4AF4-97DD-9B67C5A199E2}" type="presOf" srcId="{8BA62EEB-D014-4032-9DF3-6910827C2723}" destId="{75EE7144-ED05-4BF0-8F8A-F275C9D8E1F2}" srcOrd="0" destOrd="0" presId="urn:microsoft.com/office/officeart/2005/8/layout/StepDownProcess"/>
    <dgm:cxn modelId="{503197C0-C54A-4BB9-BF9C-E6982E9F8E8F}" type="presParOf" srcId="{76424306-35E4-4CD9-BC28-B9D6FD1D86AE}" destId="{240F0CBB-A95E-45A4-A17C-CC3BDC485EB5}" srcOrd="0" destOrd="0" presId="urn:microsoft.com/office/officeart/2005/8/layout/StepDownProcess"/>
    <dgm:cxn modelId="{D8624966-06BD-47F1-9B6D-3C3126F22BAB}" type="presParOf" srcId="{240F0CBB-A95E-45A4-A17C-CC3BDC485EB5}" destId="{0517E822-1880-48DA-B046-5455CCA1767F}" srcOrd="0" destOrd="0" presId="urn:microsoft.com/office/officeart/2005/8/layout/StepDownProcess"/>
    <dgm:cxn modelId="{2F158FE2-08E5-4A86-A489-E4489EB68A81}" type="presParOf" srcId="{240F0CBB-A95E-45A4-A17C-CC3BDC485EB5}" destId="{320CFB4F-D910-42F5-830E-5450CA5EB12C}" srcOrd="1" destOrd="0" presId="urn:microsoft.com/office/officeart/2005/8/layout/StepDownProcess"/>
    <dgm:cxn modelId="{DAC4454D-62C0-4F6C-BC37-3739C0E6E978}" type="presParOf" srcId="{240F0CBB-A95E-45A4-A17C-CC3BDC485EB5}" destId="{FC8A8997-87F7-448F-87DC-DD3F1A1C0BC5}" srcOrd="2" destOrd="0" presId="urn:microsoft.com/office/officeart/2005/8/layout/StepDownProcess"/>
    <dgm:cxn modelId="{E6A6FE78-567F-4EB6-A827-44A3683DD328}" type="presParOf" srcId="{76424306-35E4-4CD9-BC28-B9D6FD1D86AE}" destId="{C34235E1-D8C0-484C-9604-A51C2F687D87}" srcOrd="1" destOrd="0" presId="urn:microsoft.com/office/officeart/2005/8/layout/StepDownProcess"/>
    <dgm:cxn modelId="{B6C2F48C-3078-4B72-B9F0-F28D21872F3E}" type="presParOf" srcId="{76424306-35E4-4CD9-BC28-B9D6FD1D86AE}" destId="{A127F41E-42B0-4669-B402-1E207AA173B9}" srcOrd="2" destOrd="0" presId="urn:microsoft.com/office/officeart/2005/8/layout/StepDownProcess"/>
    <dgm:cxn modelId="{C147BE7D-9AAC-49BE-9022-3F9E11DAC03F}" type="presParOf" srcId="{A127F41E-42B0-4669-B402-1E207AA173B9}" destId="{16ADFF27-6E2A-4750-9010-78F91EE8B846}" srcOrd="0" destOrd="0" presId="urn:microsoft.com/office/officeart/2005/8/layout/StepDownProcess"/>
    <dgm:cxn modelId="{E0051BB6-C768-4884-8DE5-649033F4CA5B}" type="presParOf" srcId="{A127F41E-42B0-4669-B402-1E207AA173B9}" destId="{C65A3B44-7CC7-4AEA-999A-9ED74471553E}" srcOrd="1" destOrd="0" presId="urn:microsoft.com/office/officeart/2005/8/layout/StepDownProcess"/>
    <dgm:cxn modelId="{E87C7536-DD5C-4555-9721-93A3F1D13CA2}" type="presParOf" srcId="{A127F41E-42B0-4669-B402-1E207AA173B9}" destId="{DE98B751-1261-4729-8A90-7100B1C5D792}" srcOrd="2" destOrd="0" presId="urn:microsoft.com/office/officeart/2005/8/layout/StepDownProcess"/>
    <dgm:cxn modelId="{0ACDC9F1-B08F-43FE-B313-6D0AA90CB625}" type="presParOf" srcId="{76424306-35E4-4CD9-BC28-B9D6FD1D86AE}" destId="{70810168-33BD-4CA7-B274-3CEE3E856AB3}" srcOrd="3" destOrd="0" presId="urn:microsoft.com/office/officeart/2005/8/layout/StepDownProcess"/>
    <dgm:cxn modelId="{465BD3CB-F7F8-46C0-AE24-18F8310D96C0}" type="presParOf" srcId="{76424306-35E4-4CD9-BC28-B9D6FD1D86AE}" destId="{2456D471-8C55-4E06-9722-3D76FCEA0707}" srcOrd="4" destOrd="0" presId="urn:microsoft.com/office/officeart/2005/8/layout/StepDownProcess"/>
    <dgm:cxn modelId="{C1E1345E-DCD4-4974-968B-B0D6D369F666}" type="presParOf" srcId="{2456D471-8C55-4E06-9722-3D76FCEA0707}" destId="{CF7E49C6-7BE3-4AB4-8267-A8E9657FA0D3}" srcOrd="0" destOrd="0" presId="urn:microsoft.com/office/officeart/2005/8/layout/StepDownProcess"/>
    <dgm:cxn modelId="{CB890CDC-C135-4663-890E-37FA0E084AB3}" type="presParOf" srcId="{2456D471-8C55-4E06-9722-3D76FCEA0707}" destId="{75EE7144-ED05-4BF0-8F8A-F275C9D8E1F2}" srcOrd="1" destOrd="0" presId="urn:microsoft.com/office/officeart/2005/8/layout/StepDownProcess"/>
    <dgm:cxn modelId="{801B932E-0CF3-4D03-AEB3-0E44CB410E0F}" type="presParOf" srcId="{2456D471-8C55-4E06-9722-3D76FCEA0707}" destId="{01345386-94D0-4973-8B06-94A28BDD491D}" srcOrd="2" destOrd="0" presId="urn:microsoft.com/office/officeart/2005/8/layout/StepDownProcess"/>
    <dgm:cxn modelId="{489B80F3-59EE-4719-B691-B10ED6C7F3B2}" type="presParOf" srcId="{76424306-35E4-4CD9-BC28-B9D6FD1D86AE}" destId="{37EC09B6-F6F4-495B-AF93-F032A28DBB6E}" srcOrd="5" destOrd="0" presId="urn:microsoft.com/office/officeart/2005/8/layout/StepDownProcess"/>
    <dgm:cxn modelId="{9AE759E2-92EA-4EF4-8ECA-7DD01206788E}" type="presParOf" srcId="{76424306-35E4-4CD9-BC28-B9D6FD1D86AE}" destId="{804677BE-3055-4576-854A-832E2D90BCF4}" srcOrd="6" destOrd="0" presId="urn:microsoft.com/office/officeart/2005/8/layout/StepDownProcess"/>
    <dgm:cxn modelId="{7C95815C-BF16-4C80-B063-6D449614C1D8}" type="presParOf" srcId="{804677BE-3055-4576-854A-832E2D90BCF4}" destId="{A579CE2E-8708-4D25-B646-890E6463EB7F}" srcOrd="0" destOrd="0" presId="urn:microsoft.com/office/officeart/2005/8/layout/StepDownProcess"/>
    <dgm:cxn modelId="{6BA62B62-CDDD-442B-BAAE-38C142F35092}" type="presParOf" srcId="{804677BE-3055-4576-854A-832E2D90BCF4}" destId="{0572F86B-59AE-4FFF-AA4B-D073B6C58645}" srcOrd="1" destOrd="0" presId="urn:microsoft.com/office/officeart/2005/8/layout/StepDownProcess"/>
    <dgm:cxn modelId="{FE165338-1E06-4B8C-8741-25CCA9A5A1B3}" type="presParOf" srcId="{804677BE-3055-4576-854A-832E2D90BCF4}" destId="{BB7324D0-122E-4881-B874-D3C6483E7002}" srcOrd="2" destOrd="0" presId="urn:microsoft.com/office/officeart/2005/8/layout/StepDownProcess"/>
    <dgm:cxn modelId="{EFAC7F59-F705-4D20-8E63-74F91A317317}" type="presParOf" srcId="{76424306-35E4-4CD9-BC28-B9D6FD1D86AE}" destId="{1592FB0E-2738-4332-8C3E-325249ABA216}" srcOrd="7" destOrd="0" presId="urn:microsoft.com/office/officeart/2005/8/layout/StepDownProcess"/>
    <dgm:cxn modelId="{973EC268-AEA8-471E-BB24-CEB728834415}" type="presParOf" srcId="{76424306-35E4-4CD9-BC28-B9D6FD1D86AE}" destId="{7FD1B0DB-4CF7-4F83-BC17-94750F33509D}" srcOrd="8" destOrd="0" presId="urn:microsoft.com/office/officeart/2005/8/layout/StepDownProcess"/>
    <dgm:cxn modelId="{E90A79FB-AD31-4346-9CA9-46CEFF831FDE}" type="presParOf" srcId="{7FD1B0DB-4CF7-4F83-BC17-94750F33509D}" destId="{2A1C84B6-68F0-42B1-87EF-C1D890D5E4EF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17E822-1880-48DA-B046-5455CCA1767F}">
      <dsp:nvSpPr>
        <dsp:cNvPr id="0" name=""/>
        <dsp:cNvSpPr/>
      </dsp:nvSpPr>
      <dsp:spPr>
        <a:xfrm rot="5400000">
          <a:off x="1279256" y="949999"/>
          <a:ext cx="826770" cy="9412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rgbClr val="0BE1FF"/>
        </a:solidFill>
        <a:ln w="12700" cap="flat" cmpd="sng" algn="ctr">
          <a:solidFill>
            <a:srgbClr val="0BE1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0CFB4F-D910-42F5-830E-5450CA5EB12C}">
      <dsp:nvSpPr>
        <dsp:cNvPr id="0" name=""/>
        <dsp:cNvSpPr/>
      </dsp:nvSpPr>
      <dsp:spPr>
        <a:xfrm>
          <a:off x="1060212" y="33507"/>
          <a:ext cx="1391794" cy="97421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>
              <a:solidFill>
                <a:srgbClr val="0BE1FF"/>
              </a:solidFill>
            </a:rPr>
            <a:t>Pergunta de Investigação</a:t>
          </a:r>
        </a:p>
      </dsp:txBody>
      <dsp:txXfrm>
        <a:off x="1107778" y="81073"/>
        <a:ext cx="1296662" cy="879078"/>
      </dsp:txXfrm>
    </dsp:sp>
    <dsp:sp modelId="{FC8A8997-87F7-448F-87DC-DD3F1A1C0BC5}">
      <dsp:nvSpPr>
        <dsp:cNvPr id="0" name=""/>
        <dsp:cNvSpPr/>
      </dsp:nvSpPr>
      <dsp:spPr>
        <a:xfrm>
          <a:off x="2452006" y="126421"/>
          <a:ext cx="1012258" cy="78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ADFF27-6E2A-4750-9010-78F91EE8B846}">
      <dsp:nvSpPr>
        <dsp:cNvPr id="0" name=""/>
        <dsp:cNvSpPr/>
      </dsp:nvSpPr>
      <dsp:spPr>
        <a:xfrm rot="5400000">
          <a:off x="2433201" y="2044359"/>
          <a:ext cx="826770" cy="9412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rgbClr val="0BE1FF"/>
        </a:solidFill>
        <a:ln w="12700" cap="flat" cmpd="sng" algn="ctr">
          <a:solidFill>
            <a:srgbClr val="0BE1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5A3B44-7CC7-4AEA-999A-9ED74471553E}">
      <dsp:nvSpPr>
        <dsp:cNvPr id="0" name=""/>
        <dsp:cNvSpPr/>
      </dsp:nvSpPr>
      <dsp:spPr>
        <a:xfrm>
          <a:off x="2214157" y="1127868"/>
          <a:ext cx="1391794" cy="97421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kern="1200" dirty="0">
              <a:solidFill>
                <a:srgbClr val="0BE1FF"/>
              </a:solidFill>
            </a:rPr>
            <a:t>PICOCT</a:t>
          </a:r>
          <a:endParaRPr lang="pt-PT" sz="800" kern="1200" dirty="0">
            <a:solidFill>
              <a:srgbClr val="0BE1FF"/>
            </a:solidFill>
          </a:endParaRPr>
        </a:p>
      </dsp:txBody>
      <dsp:txXfrm>
        <a:off x="2261723" y="1175434"/>
        <a:ext cx="1296662" cy="879078"/>
      </dsp:txXfrm>
    </dsp:sp>
    <dsp:sp modelId="{DE98B751-1261-4729-8A90-7100B1C5D792}">
      <dsp:nvSpPr>
        <dsp:cNvPr id="0" name=""/>
        <dsp:cNvSpPr/>
      </dsp:nvSpPr>
      <dsp:spPr>
        <a:xfrm>
          <a:off x="3605951" y="1220781"/>
          <a:ext cx="1012258" cy="78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7E49C6-7BE3-4AB4-8267-A8E9657FA0D3}">
      <dsp:nvSpPr>
        <dsp:cNvPr id="0" name=""/>
        <dsp:cNvSpPr/>
      </dsp:nvSpPr>
      <dsp:spPr>
        <a:xfrm rot="5400000">
          <a:off x="3587146" y="3138719"/>
          <a:ext cx="826770" cy="9412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rgbClr val="0BE1FF"/>
        </a:solidFill>
        <a:ln w="12700" cap="flat" cmpd="sng" algn="ctr">
          <a:solidFill>
            <a:srgbClr val="0BE1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EE7144-ED05-4BF0-8F8A-F275C9D8E1F2}">
      <dsp:nvSpPr>
        <dsp:cNvPr id="0" name=""/>
        <dsp:cNvSpPr/>
      </dsp:nvSpPr>
      <dsp:spPr>
        <a:xfrm>
          <a:off x="3368102" y="2222228"/>
          <a:ext cx="1391794" cy="97421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>
              <a:solidFill>
                <a:srgbClr val="0BE1FF"/>
              </a:solidFill>
            </a:rPr>
            <a:t>Palavras-Chave</a:t>
          </a:r>
          <a:endParaRPr lang="pt-PT" sz="1800" kern="1200" dirty="0">
            <a:solidFill>
              <a:srgbClr val="0BE1FF"/>
            </a:solidFill>
          </a:endParaRPr>
        </a:p>
      </dsp:txBody>
      <dsp:txXfrm>
        <a:off x="3415668" y="2269794"/>
        <a:ext cx="1296662" cy="879078"/>
      </dsp:txXfrm>
    </dsp:sp>
    <dsp:sp modelId="{01345386-94D0-4973-8B06-94A28BDD491D}">
      <dsp:nvSpPr>
        <dsp:cNvPr id="0" name=""/>
        <dsp:cNvSpPr/>
      </dsp:nvSpPr>
      <dsp:spPr>
        <a:xfrm>
          <a:off x="4759897" y="2315141"/>
          <a:ext cx="1012258" cy="78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79CE2E-8708-4D25-B646-890E6463EB7F}">
      <dsp:nvSpPr>
        <dsp:cNvPr id="0" name=""/>
        <dsp:cNvSpPr/>
      </dsp:nvSpPr>
      <dsp:spPr>
        <a:xfrm rot="5400000">
          <a:off x="4741091" y="4233079"/>
          <a:ext cx="826770" cy="9412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rgbClr val="0BE1FF"/>
        </a:solidFill>
        <a:ln w="12700" cap="flat" cmpd="sng" algn="ctr">
          <a:solidFill>
            <a:srgbClr val="0BE1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72F86B-59AE-4FFF-AA4B-D073B6C58645}">
      <dsp:nvSpPr>
        <dsp:cNvPr id="0" name=""/>
        <dsp:cNvSpPr/>
      </dsp:nvSpPr>
      <dsp:spPr>
        <a:xfrm>
          <a:off x="4522048" y="3316588"/>
          <a:ext cx="1391794" cy="97421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>
              <a:solidFill>
                <a:srgbClr val="0BE1FF"/>
              </a:solidFill>
            </a:rPr>
            <a:t>Critérios de I</a:t>
          </a:r>
          <a:r>
            <a:rPr lang="pt-PT" sz="1800" kern="1200">
              <a:solidFill>
                <a:srgbClr val="0BE1FF"/>
              </a:solidFill>
            </a:rPr>
            <a:t>/E</a:t>
          </a:r>
          <a:endParaRPr lang="pt-PT" sz="1800" kern="1200" dirty="0">
            <a:solidFill>
              <a:srgbClr val="0BE1FF"/>
            </a:solidFill>
          </a:endParaRPr>
        </a:p>
      </dsp:txBody>
      <dsp:txXfrm>
        <a:off x="4569614" y="3364154"/>
        <a:ext cx="1296662" cy="879078"/>
      </dsp:txXfrm>
    </dsp:sp>
    <dsp:sp modelId="{BB7324D0-122E-4881-B874-D3C6483E7002}">
      <dsp:nvSpPr>
        <dsp:cNvPr id="0" name=""/>
        <dsp:cNvSpPr/>
      </dsp:nvSpPr>
      <dsp:spPr>
        <a:xfrm>
          <a:off x="5913842" y="3409501"/>
          <a:ext cx="1012258" cy="78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1C84B6-68F0-42B1-87EF-C1D890D5E4EF}">
      <dsp:nvSpPr>
        <dsp:cNvPr id="0" name=""/>
        <dsp:cNvSpPr/>
      </dsp:nvSpPr>
      <dsp:spPr>
        <a:xfrm>
          <a:off x="5675993" y="4410948"/>
          <a:ext cx="1391794" cy="97421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>
              <a:solidFill>
                <a:srgbClr val="0BE1FF"/>
              </a:solidFill>
            </a:rPr>
            <a:t>PRISMA</a:t>
          </a:r>
          <a:endParaRPr lang="pt-PT" sz="1800" kern="1200" dirty="0">
            <a:solidFill>
              <a:srgbClr val="0BE1FF"/>
            </a:solidFill>
          </a:endParaRPr>
        </a:p>
      </dsp:txBody>
      <dsp:txXfrm>
        <a:off x="5723559" y="4458514"/>
        <a:ext cx="1296662" cy="8790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F7047056-A4A4-49C6-B53A-A3B5AD2C9E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PT" sz="1200"/>
            </a:lvl1pPr>
          </a:lstStyle>
          <a:p>
            <a:pPr rtl="0"/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ED56B0B6-1521-4655-A849-832BDEEDBB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PT" sz="1200"/>
            </a:lvl1pPr>
          </a:lstStyle>
          <a:p>
            <a:pPr rtl="0"/>
            <a:fld id="{A9D313FC-6086-438E-9E7F-65D91B8B798A}" type="datetime1">
              <a:rPr lang="pt-PT" smtClean="0"/>
              <a:t>07/01/2026</a:t>
            </a:fld>
            <a:endParaRPr lang="pt-PT" dirty="0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76D0097-1060-4E43-8794-A93E30064A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PT" sz="1200"/>
            </a:lvl1pPr>
          </a:lstStyle>
          <a:p>
            <a:pPr rtl="0"/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529457E5-A2BA-4F1E-ACE4-06A1C8C83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PT" sz="1200"/>
            </a:lvl1pPr>
          </a:lstStyle>
          <a:p>
            <a:pPr rtl="0"/>
            <a:fld id="{37B95B5C-AE81-486B-8299-C690ADF087B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96322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PT" sz="1200">
                <a:latin typeface="+mn-lt"/>
              </a:defRPr>
            </a:lvl1pPr>
          </a:lstStyle>
          <a:p>
            <a:endParaRPr lang="pt-PT" noProof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PT" sz="1200">
                <a:latin typeface="+mn-lt"/>
              </a:defRPr>
            </a:lvl1pPr>
          </a:lstStyle>
          <a:p>
            <a:fld id="{641A1D32-8DF7-4746-944E-D2DCFCFA0641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PT"/>
            </a:defPPr>
          </a:lstStyle>
          <a:p>
            <a:pPr rtl="0"/>
            <a:endParaRPr lang="pt-PT" noProof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PT"/>
            </a:defPPr>
          </a:lstStyle>
          <a:p>
            <a:pPr lvl="0" rtl="0"/>
            <a:r>
              <a:rPr lang="pt-PT" noProof="0"/>
              <a:t>Clique para editar os Estilos de título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PT" sz="1200">
                <a:latin typeface="+mn-lt"/>
              </a:defRPr>
            </a:lvl1pPr>
          </a:lstStyle>
          <a:p>
            <a:endParaRPr lang="pt-PT" noProof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PT" sz="1200">
                <a:latin typeface="+mn-lt"/>
              </a:defRPr>
            </a:lvl1pPr>
          </a:lstStyle>
          <a:p>
            <a:fld id="{6922D2F8-28A7-48E8-ADD3-E9583D47D83D}" type="slidenum">
              <a:rPr lang="pt-PT" noProof="0" smtClean="0"/>
              <a:pPr/>
              <a:t>‹nº›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131791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fld id="{6922D2F8-28A7-48E8-ADD3-E9583D47D83D}" type="slidenum">
              <a:rPr lang="pt-PT" smtClean="0"/>
              <a:t>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86536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fld id="{6922D2F8-28A7-48E8-ADD3-E9583D47D83D}" type="slidenum">
              <a:rPr lang="pt-PT" smtClean="0"/>
              <a:t>2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90907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fld id="{6922D2F8-28A7-48E8-ADD3-E9583D47D83D}" type="slidenum">
              <a:rPr lang="pt-PT" smtClean="0"/>
              <a:t>3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2219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9E0A8-7D51-B37F-417C-AE19C4749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63A81BB-8414-06A2-06AC-07DCAAD14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205D8C8-BE61-1D94-6E6B-2FB74B78D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992535C-3ADB-4D73-D9E5-466F7EFE4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fld id="{6922D2F8-28A7-48E8-ADD3-E9583D47D83D}" type="slidenum">
              <a:rPr lang="pt-PT" smtClean="0"/>
              <a:t>4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22699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/>
              <a:t>Momentos de tensão/confusão </a:t>
            </a:r>
            <a:r>
              <a:rPr lang="pt-PT" dirty="0">
                <a:sym typeface="Wingdings" panose="05000000000000000000" pitchFamily="2" charset="2"/>
              </a:rPr>
              <a:t> falar de acordar de madrugada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fld id="{6922D2F8-28A7-48E8-ADD3-E9583D47D83D}" type="slidenum">
              <a:rPr lang="pt-PT" smtClean="0"/>
              <a:t>5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51653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fld id="{6922D2F8-28A7-48E8-ADD3-E9583D47D83D}" type="slidenum">
              <a:rPr lang="pt-PT" smtClean="0"/>
              <a:t>6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48203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fld id="{6922D2F8-28A7-48E8-ADD3-E9583D47D83D}" type="slidenum">
              <a:rPr lang="pt-PT" smtClean="0"/>
              <a:t>7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849581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0239A-0063-12AA-2DFD-E4757108F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4E03CF1-B402-7386-E3C4-3396FBF4E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237AE97-2EC3-F1B7-14DB-83E09AB03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F500FF0-DF0E-A04B-FF69-1C8DDE483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fld id="{6922D2F8-28A7-48E8-ADD3-E9583D47D83D}" type="slidenum">
              <a:rPr lang="pt-PT" smtClean="0"/>
              <a:t>8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00598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fld id="{6922D2F8-28A7-48E8-ADD3-E9583D47D83D}" type="slidenum">
              <a:rPr lang="pt-PT" smtClean="0"/>
              <a:t>9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802749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fld id="{6922D2F8-28A7-48E8-ADD3-E9583D47D83D}" type="slidenum">
              <a:rPr lang="pt-PT" smtClean="0"/>
              <a:t>10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787443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fld id="{6922D2F8-28A7-48E8-ADD3-E9583D47D83D}" type="slidenum">
              <a:rPr lang="pt-PT" smtClean="0"/>
              <a:t>11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371286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fld id="{6922D2F8-28A7-48E8-ADD3-E9583D47D83D}" type="slidenum">
              <a:rPr lang="pt-PT" smtClean="0"/>
              <a:t>12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32432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fld id="{6922D2F8-28A7-48E8-ADD3-E9583D47D83D}" type="slidenum">
              <a:rPr lang="pt-PT" smtClean="0"/>
              <a:t>13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19039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PT"/>
            </a:defPPr>
          </a:lstStyle>
          <a:p>
            <a:pPr rtl="0"/>
            <a:fld id="{6922D2F8-28A7-48E8-ADD3-E9583D47D83D}" type="slidenum">
              <a:rPr lang="pt-PT" smtClean="0"/>
              <a:t>14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57307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C7F6B47B-FE57-44F5-B5A8-26DF978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F9444BC-BA6E-47AE-9F54-D7B7A49832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5674" y="1327759"/>
            <a:ext cx="4989628" cy="1929505"/>
          </a:xfrm>
          <a:prstGeom prst="rect">
            <a:avLst/>
          </a:prstGeom>
        </p:spPr>
        <p:txBody>
          <a:bodyPr rtlCol="0" anchor="b"/>
          <a:lstStyle>
            <a:lvl1pPr>
              <a:defRPr lang="pt-PT" sz="4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14" name="Marcador de Posição do Texto 13">
            <a:extLst>
              <a:ext uri="{FF2B5EF4-FFF2-40B4-BE49-F238E27FC236}">
                <a16:creationId xmlns:a16="http://schemas.microsoft.com/office/drawing/2014/main" id="{36ACD8B9-402D-4E40-BE1F-410604448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934" y="3257264"/>
            <a:ext cx="4989628" cy="81602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l">
              <a:buNone/>
              <a:defRPr lang="pt-PT" sz="180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340803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bre Nó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áfico 36">
            <a:extLst>
              <a:ext uri="{FF2B5EF4-FFF2-40B4-BE49-F238E27FC236}">
                <a16:creationId xmlns:a16="http://schemas.microsoft.com/office/drawing/2014/main" id="{65AAE033-7EA4-4A87-A126-29FE42764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A5F6FE17-A48F-4A3E-8719-1DE83CD6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62048" y="1199853"/>
            <a:ext cx="3929901" cy="392990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F73882-4B79-419D-89EE-4B7CED18D9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623" y="2210810"/>
            <a:ext cx="4579970" cy="538038"/>
          </a:xfrm>
          <a:prstGeom prst="rect">
            <a:avLst/>
          </a:prstGeom>
        </p:spPr>
        <p:txBody>
          <a:bodyPr rtlCol="0"/>
          <a:lstStyle>
            <a:lvl1pPr>
              <a:defRPr lang="pt-PT" sz="2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26" name="Marcador de Posição do Texto 25">
            <a:extLst>
              <a:ext uri="{FF2B5EF4-FFF2-40B4-BE49-F238E27FC236}">
                <a16:creationId xmlns:a16="http://schemas.microsoft.com/office/drawing/2014/main" id="{EF50E1F4-245D-4104-AFDB-25D35D7C5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4661" y="2747550"/>
            <a:ext cx="5309918" cy="2872039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pt-PT" sz="16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30" name="Marcador de Posição da Imagem 29">
            <a:extLst>
              <a:ext uri="{FF2B5EF4-FFF2-40B4-BE49-F238E27FC236}">
                <a16:creationId xmlns:a16="http://schemas.microsoft.com/office/drawing/2014/main" id="{73A2FF74-415E-49BB-B2ED-E04C7B50BD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63453" y="1433033"/>
            <a:ext cx="3527091" cy="3463540"/>
          </a:xfrm>
          <a:prstGeom prst="ellipse">
            <a:avLst/>
          </a:prstGeom>
        </p:spPr>
        <p:txBody>
          <a:bodyPr rtlCol="0"/>
          <a:lstStyle>
            <a:lvl1pPr marL="0" indent="0" algn="ctr">
              <a:buFont typeface="+mj-lt"/>
              <a:buNone/>
              <a:defRPr lang="pt-PT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pt-PT" dirty="0"/>
              <a:t>Clique para adicionar uma fotografia</a:t>
            </a:r>
          </a:p>
        </p:txBody>
      </p:sp>
      <p:sp>
        <p:nvSpPr>
          <p:cNvPr id="20" name="Marcador de Posição do Rodapé 15">
            <a:extLst>
              <a:ext uri="{FF2B5EF4-FFF2-40B4-BE49-F238E27FC236}">
                <a16:creationId xmlns:a16="http://schemas.microsoft.com/office/drawing/2014/main" id="{1847553A-14C8-45EB-88C7-05CE63B7E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t-PT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21" name="Marcador de Posição do Número do Diapositivo 16">
            <a:extLst>
              <a:ext uri="{FF2B5EF4-FFF2-40B4-BE49-F238E27FC236}">
                <a16:creationId xmlns:a16="http://schemas.microsoft.com/office/drawing/2014/main" id="{E7FABA93-7D08-4CFE-B3A8-D44B1A0F3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22" name="Marcador de Posição da Data 14">
            <a:extLst>
              <a:ext uri="{FF2B5EF4-FFF2-40B4-BE49-F238E27FC236}">
                <a16:creationId xmlns:a16="http://schemas.microsoft.com/office/drawing/2014/main" id="{FBD26C03-0B97-464A-A39C-A1F339DBA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92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EC80EFA4-265B-48D2-AE72-8585EEED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9C648289-A550-4F4F-96C8-3D82FCE94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069" y="695093"/>
            <a:ext cx="4919354" cy="667498"/>
          </a:xfrm>
          <a:prstGeom prst="rect">
            <a:avLst/>
          </a:prstGeom>
        </p:spPr>
        <p:txBody>
          <a:bodyPr rtlCol="0"/>
          <a:lstStyle>
            <a:lvl1pPr>
              <a:defRPr lang="pt-PT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26" name="Marcador de Posição do Texto 14">
            <a:extLst>
              <a:ext uri="{FF2B5EF4-FFF2-40B4-BE49-F238E27FC236}">
                <a16:creationId xmlns:a16="http://schemas.microsoft.com/office/drawing/2014/main" id="{33EEFC4F-DE64-450E-9DD5-65D08E123C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9594" y="1873815"/>
            <a:ext cx="2556579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PT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Clique para adicionar um título</a:t>
            </a:r>
          </a:p>
        </p:txBody>
      </p:sp>
      <p:sp>
        <p:nvSpPr>
          <p:cNvPr id="18" name="Marcador de Posição do Texto 14">
            <a:extLst>
              <a:ext uri="{FF2B5EF4-FFF2-40B4-BE49-F238E27FC236}">
                <a16:creationId xmlns:a16="http://schemas.microsoft.com/office/drawing/2014/main" id="{38C58F5B-7BA2-42E8-B66A-4561678ADD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99595" y="2178444"/>
            <a:ext cx="2556579" cy="1328236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15" name="Marcador de Posição do Texto 14">
            <a:extLst>
              <a:ext uri="{FF2B5EF4-FFF2-40B4-BE49-F238E27FC236}">
                <a16:creationId xmlns:a16="http://schemas.microsoft.com/office/drawing/2014/main" id="{66743AAE-DD8A-4954-B033-100DF6D975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997" y="1873815"/>
            <a:ext cx="2556578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PT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um título</a:t>
            </a:r>
          </a:p>
        </p:txBody>
      </p:sp>
      <p:sp>
        <p:nvSpPr>
          <p:cNvPr id="16" name="Marcador de Posição do Texto 14">
            <a:extLst>
              <a:ext uri="{FF2B5EF4-FFF2-40B4-BE49-F238E27FC236}">
                <a16:creationId xmlns:a16="http://schemas.microsoft.com/office/drawing/2014/main" id="{B7B5D3C5-66A2-486B-9B1D-A7075D150C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8997" y="2178444"/>
            <a:ext cx="2556578" cy="129108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30" name="Marcador de Posição do Texto 14">
            <a:extLst>
              <a:ext uri="{FF2B5EF4-FFF2-40B4-BE49-F238E27FC236}">
                <a16:creationId xmlns:a16="http://schemas.microsoft.com/office/drawing/2014/main" id="{AD063EDB-47FD-44F8-9344-12CBC2AE0B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9595" y="4071261"/>
            <a:ext cx="2556577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PT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um título</a:t>
            </a:r>
          </a:p>
        </p:txBody>
      </p:sp>
      <p:sp>
        <p:nvSpPr>
          <p:cNvPr id="22" name="Marcador de Posição do Texto 14">
            <a:extLst>
              <a:ext uri="{FF2B5EF4-FFF2-40B4-BE49-F238E27FC236}">
                <a16:creationId xmlns:a16="http://schemas.microsoft.com/office/drawing/2014/main" id="{94586DE3-CDE9-4337-A49D-C1031595E3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96" y="4383943"/>
            <a:ext cx="2556577" cy="1328236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29" name="Marcador de Posição do Texto 14">
            <a:extLst>
              <a:ext uri="{FF2B5EF4-FFF2-40B4-BE49-F238E27FC236}">
                <a16:creationId xmlns:a16="http://schemas.microsoft.com/office/drawing/2014/main" id="{64F0745D-06FC-4840-B9DF-3176DEDA6F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8997" y="4071261"/>
            <a:ext cx="2556578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PT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um título</a:t>
            </a:r>
          </a:p>
        </p:txBody>
      </p:sp>
      <p:sp>
        <p:nvSpPr>
          <p:cNvPr id="20" name="Marcador de Posição do Texto 14">
            <a:extLst>
              <a:ext uri="{FF2B5EF4-FFF2-40B4-BE49-F238E27FC236}">
                <a16:creationId xmlns:a16="http://schemas.microsoft.com/office/drawing/2014/main" id="{F29A1EC1-1F01-46ED-BF67-15FE9E120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8997" y="4375890"/>
            <a:ext cx="2556578" cy="129108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41" name="Marcador de Posição do Rodapé 15">
            <a:extLst>
              <a:ext uri="{FF2B5EF4-FFF2-40B4-BE49-F238E27FC236}">
                <a16:creationId xmlns:a16="http://schemas.microsoft.com/office/drawing/2014/main" id="{B2A74AF7-DFFE-4795-8CF0-8C90F6C3E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PT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42" name="Marcador de Posição do Número do Diapositivo 16">
            <a:extLst>
              <a:ext uri="{FF2B5EF4-FFF2-40B4-BE49-F238E27FC236}">
                <a16:creationId xmlns:a16="http://schemas.microsoft.com/office/drawing/2014/main" id="{13F4D90B-645E-4CFF-8AA0-91C269845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43" name="Marcador de Posição da Data 14">
            <a:extLst>
              <a:ext uri="{FF2B5EF4-FFF2-40B4-BE49-F238E27FC236}">
                <a16:creationId xmlns:a16="http://schemas.microsoft.com/office/drawing/2014/main" id="{21EA3114-5B31-47ED-9AB6-EE59E5803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14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6D81B66-9FC1-4E48-808B-98B1726D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747F51C0-908A-420C-B5BC-5685D0E95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9716" y="1823625"/>
            <a:ext cx="4719884" cy="580030"/>
          </a:xfrm>
          <a:prstGeom prst="rect">
            <a:avLst/>
          </a:prstGeom>
        </p:spPr>
        <p:txBody>
          <a:bodyPr rtlCol="0"/>
          <a:lstStyle>
            <a:lvl1pPr algn="ctr">
              <a:defRPr lang="pt-PT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26" name="Marcador de Posição do Texto 14">
            <a:extLst>
              <a:ext uri="{FF2B5EF4-FFF2-40B4-BE49-F238E27FC236}">
                <a16:creationId xmlns:a16="http://schemas.microsoft.com/office/drawing/2014/main" id="{4F835D01-B0D4-49D8-B947-C2062305C5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005" y="4230943"/>
            <a:ext cx="264080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Clique para adicionar um título</a:t>
            </a:r>
          </a:p>
        </p:txBody>
      </p:sp>
      <p:sp>
        <p:nvSpPr>
          <p:cNvPr id="27" name="Marcador de Posição do Texto 14">
            <a:extLst>
              <a:ext uri="{FF2B5EF4-FFF2-40B4-BE49-F238E27FC236}">
                <a16:creationId xmlns:a16="http://schemas.microsoft.com/office/drawing/2014/main" id="{0B4ACDBA-7606-44B8-B1E1-C4750F8952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005" y="4546458"/>
            <a:ext cx="2640803" cy="161641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32" name="Marcador de Posição do Texto 14">
            <a:extLst>
              <a:ext uri="{FF2B5EF4-FFF2-40B4-BE49-F238E27FC236}">
                <a16:creationId xmlns:a16="http://schemas.microsoft.com/office/drawing/2014/main" id="{D24600D7-8A94-406B-9274-351140BE27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7502" y="4234631"/>
            <a:ext cx="264080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um título</a:t>
            </a:r>
          </a:p>
        </p:txBody>
      </p:sp>
      <p:sp>
        <p:nvSpPr>
          <p:cNvPr id="28" name="Marcador de Posição do Texto 14">
            <a:extLst>
              <a:ext uri="{FF2B5EF4-FFF2-40B4-BE49-F238E27FC236}">
                <a16:creationId xmlns:a16="http://schemas.microsoft.com/office/drawing/2014/main" id="{5FE6844F-9BC3-4E56-82B1-0B53BE292B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503" y="4550146"/>
            <a:ext cx="2640803" cy="161641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33" name="Marcador de Posição do Texto 14">
            <a:extLst>
              <a:ext uri="{FF2B5EF4-FFF2-40B4-BE49-F238E27FC236}">
                <a16:creationId xmlns:a16="http://schemas.microsoft.com/office/drawing/2014/main" id="{105C7AE2-E0F2-4EA9-B804-774B125FB0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4218499"/>
            <a:ext cx="264080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um título</a:t>
            </a:r>
          </a:p>
        </p:txBody>
      </p:sp>
      <p:sp>
        <p:nvSpPr>
          <p:cNvPr id="29" name="Marcador de Posição do Texto 14">
            <a:extLst>
              <a:ext uri="{FF2B5EF4-FFF2-40B4-BE49-F238E27FC236}">
                <a16:creationId xmlns:a16="http://schemas.microsoft.com/office/drawing/2014/main" id="{4B70930A-D98B-43B3-BC32-B48D9D7F0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534014"/>
            <a:ext cx="2640803" cy="161641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34" name="Marcador de Posição do Texto 14">
            <a:extLst>
              <a:ext uri="{FF2B5EF4-FFF2-40B4-BE49-F238E27FC236}">
                <a16:creationId xmlns:a16="http://schemas.microsoft.com/office/drawing/2014/main" id="{500DE4BC-2A21-4C62-8F5C-AFE1D0AEDF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6967" y="4218499"/>
            <a:ext cx="264080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um título</a:t>
            </a:r>
          </a:p>
        </p:txBody>
      </p:sp>
      <p:sp>
        <p:nvSpPr>
          <p:cNvPr id="30" name="Marcador de Posição do Texto 14">
            <a:extLst>
              <a:ext uri="{FF2B5EF4-FFF2-40B4-BE49-F238E27FC236}">
                <a16:creationId xmlns:a16="http://schemas.microsoft.com/office/drawing/2014/main" id="{0EEFD44C-4B64-4246-BC04-76812ED5E0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46967" y="4534014"/>
            <a:ext cx="2640803" cy="161641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20" name="Marcador de Posição do Rodapé 15">
            <a:extLst>
              <a:ext uri="{FF2B5EF4-FFF2-40B4-BE49-F238E27FC236}">
                <a16:creationId xmlns:a16="http://schemas.microsoft.com/office/drawing/2014/main" id="{AB492A3E-766F-42FE-A5F7-88807B595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21" name="Marcador de Posição do Número do Diapositivo 16">
            <a:extLst>
              <a:ext uri="{FF2B5EF4-FFF2-40B4-BE49-F238E27FC236}">
                <a16:creationId xmlns:a16="http://schemas.microsoft.com/office/drawing/2014/main" id="{784AE79C-95F2-4A84-B62A-95B076FB0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22" name="Marcador de Posição da Data 14">
            <a:extLst>
              <a:ext uri="{FF2B5EF4-FFF2-40B4-BE49-F238E27FC236}">
                <a16:creationId xmlns:a16="http://schemas.microsoft.com/office/drawing/2014/main" id="{1C2E5CE3-E252-4255-BF5E-8B4F1F3A1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  <p:sp>
        <p:nvSpPr>
          <p:cNvPr id="14" name="Marcador de Posição da Imagem 13">
            <a:extLst>
              <a:ext uri="{FF2B5EF4-FFF2-40B4-BE49-F238E27FC236}">
                <a16:creationId xmlns:a16="http://schemas.microsoft.com/office/drawing/2014/main" id="{45E5C588-A831-4EB3-BFDF-78002F7D550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08479" y="3330145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PT" sz="1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/>
              <a:t>Clique no ícone para adicionar uma imagem</a:t>
            </a:r>
            <a:endParaRPr lang="pt-PT" dirty="0"/>
          </a:p>
        </p:txBody>
      </p:sp>
      <p:sp>
        <p:nvSpPr>
          <p:cNvPr id="36" name="Marcador de Posição da Imagem 13">
            <a:extLst>
              <a:ext uri="{FF2B5EF4-FFF2-40B4-BE49-F238E27FC236}">
                <a16:creationId xmlns:a16="http://schemas.microsoft.com/office/drawing/2014/main" id="{AD31BE3F-B09E-4BCC-947F-3D4DB153E35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66976" y="3330145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PT" sz="1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/>
              <a:t>Clique no ícone para adicionar uma imagem</a:t>
            </a:r>
            <a:endParaRPr lang="pt-PT" dirty="0"/>
          </a:p>
        </p:txBody>
      </p:sp>
      <p:sp>
        <p:nvSpPr>
          <p:cNvPr id="37" name="Marcador de Posição da Imagem 13">
            <a:extLst>
              <a:ext uri="{FF2B5EF4-FFF2-40B4-BE49-F238E27FC236}">
                <a16:creationId xmlns:a16="http://schemas.microsoft.com/office/drawing/2014/main" id="{0BF7BBBD-C42C-408E-8F10-7B1BF3C53EF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972085" y="3330145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PT" sz="1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/>
              <a:t>Clique no ícone para adicionar uma imagem</a:t>
            </a:r>
            <a:endParaRPr lang="pt-PT" dirty="0"/>
          </a:p>
        </p:txBody>
      </p:sp>
      <p:sp>
        <p:nvSpPr>
          <p:cNvPr id="38" name="Marcador de Posição da Imagem 13">
            <a:extLst>
              <a:ext uri="{FF2B5EF4-FFF2-40B4-BE49-F238E27FC236}">
                <a16:creationId xmlns:a16="http://schemas.microsoft.com/office/drawing/2014/main" id="{74FF5159-7129-4F52-B5B7-13F2D04EAD3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109232" y="3330145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PT" sz="1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/>
              <a:t>Clique no ícone para adicionar uma imagem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9131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ção Geral do Prod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B4076C2D-3CFB-4EFB-8012-9F6E65333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D1D3A9EE-57EE-476A-A657-3A4019818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218" y="690802"/>
            <a:ext cx="4936277" cy="575890"/>
          </a:xfrm>
          <a:prstGeom prst="rect">
            <a:avLst/>
          </a:prstGeom>
        </p:spPr>
        <p:txBody>
          <a:bodyPr rtlCol="0"/>
          <a:lstStyle>
            <a:lvl1pPr algn="l">
              <a:defRPr lang="pt-PT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33" name="Marcador de Posição do Texto 14">
            <a:extLst>
              <a:ext uri="{FF2B5EF4-FFF2-40B4-BE49-F238E27FC236}">
                <a16:creationId xmlns:a16="http://schemas.microsoft.com/office/drawing/2014/main" id="{2A0CB777-EF14-4BA6-A19D-697B165B1D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0069" y="2568679"/>
            <a:ext cx="3008631" cy="348162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PT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Clique para adicionar um título</a:t>
            </a:r>
          </a:p>
        </p:txBody>
      </p:sp>
      <p:sp>
        <p:nvSpPr>
          <p:cNvPr id="32" name="Marcador de Posição do Texto 14">
            <a:extLst>
              <a:ext uri="{FF2B5EF4-FFF2-40B4-BE49-F238E27FC236}">
                <a16:creationId xmlns:a16="http://schemas.microsoft.com/office/drawing/2014/main" id="{0053894D-FD48-4BB5-84D8-2EE54EC8D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0069" y="2861988"/>
            <a:ext cx="3008630" cy="63668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58" name="Marcador de Posição do Texto 14">
            <a:extLst>
              <a:ext uri="{FF2B5EF4-FFF2-40B4-BE49-F238E27FC236}">
                <a16:creationId xmlns:a16="http://schemas.microsoft.com/office/drawing/2014/main" id="{32A7FBEC-71F7-4A1F-82A1-C7FBFE0518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13979" y="2568679"/>
            <a:ext cx="3008631" cy="348162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PT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um título</a:t>
            </a:r>
          </a:p>
        </p:txBody>
      </p:sp>
      <p:sp>
        <p:nvSpPr>
          <p:cNvPr id="57" name="Marcador de Posição do Texto 14">
            <a:extLst>
              <a:ext uri="{FF2B5EF4-FFF2-40B4-BE49-F238E27FC236}">
                <a16:creationId xmlns:a16="http://schemas.microsoft.com/office/drawing/2014/main" id="{00EDBC93-E454-47AD-B9C9-E7CCE8DE6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3979" y="2861988"/>
            <a:ext cx="3008630" cy="63668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64" name="Marcador de Posição do Texto 14">
            <a:extLst>
              <a:ext uri="{FF2B5EF4-FFF2-40B4-BE49-F238E27FC236}">
                <a16:creationId xmlns:a16="http://schemas.microsoft.com/office/drawing/2014/main" id="{E792D94E-72D4-43F1-8063-14A3F6270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0069" y="5044309"/>
            <a:ext cx="3008631" cy="348162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PT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um título</a:t>
            </a:r>
          </a:p>
        </p:txBody>
      </p:sp>
      <p:sp>
        <p:nvSpPr>
          <p:cNvPr id="63" name="Marcador de Posição do Texto 14">
            <a:extLst>
              <a:ext uri="{FF2B5EF4-FFF2-40B4-BE49-F238E27FC236}">
                <a16:creationId xmlns:a16="http://schemas.microsoft.com/office/drawing/2014/main" id="{C18EBA8F-5A95-4501-A602-A9889F0CE3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0069" y="5337618"/>
            <a:ext cx="3008630" cy="63668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67" name="Marcador de Posição do Texto 14">
            <a:extLst>
              <a:ext uri="{FF2B5EF4-FFF2-40B4-BE49-F238E27FC236}">
                <a16:creationId xmlns:a16="http://schemas.microsoft.com/office/drawing/2014/main" id="{AF03D6DF-70BB-4EC0-B7BF-94BB780FDF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3980" y="5047681"/>
            <a:ext cx="3008631" cy="348162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PT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um título</a:t>
            </a:r>
          </a:p>
        </p:txBody>
      </p:sp>
      <p:sp>
        <p:nvSpPr>
          <p:cNvPr id="66" name="Marcador de Posição do Texto 14">
            <a:extLst>
              <a:ext uri="{FF2B5EF4-FFF2-40B4-BE49-F238E27FC236}">
                <a16:creationId xmlns:a16="http://schemas.microsoft.com/office/drawing/2014/main" id="{A21FAF3A-556C-4A61-B1C4-E6FB98BE40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13980" y="5340990"/>
            <a:ext cx="3008630" cy="63668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22" name="Marcador de Posição do Rodapé 15">
            <a:extLst>
              <a:ext uri="{FF2B5EF4-FFF2-40B4-BE49-F238E27FC236}">
                <a16:creationId xmlns:a16="http://schemas.microsoft.com/office/drawing/2014/main" id="{54442D89-5EE7-4BC5-A35D-B0F93DD36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23" name="Marcador de Posição do Número do Diapositivo 16">
            <a:extLst>
              <a:ext uri="{FF2B5EF4-FFF2-40B4-BE49-F238E27FC236}">
                <a16:creationId xmlns:a16="http://schemas.microsoft.com/office/drawing/2014/main" id="{DC13E404-DE29-4300-A8D5-25F34585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24" name="Marcador de Posição da Data 14">
            <a:extLst>
              <a:ext uri="{FF2B5EF4-FFF2-40B4-BE49-F238E27FC236}">
                <a16:creationId xmlns:a16="http://schemas.microsoft.com/office/drawing/2014/main" id="{1EAC24B5-8E72-46CA-9A6A-4A6D6EA2C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  <p:sp>
        <p:nvSpPr>
          <p:cNvPr id="5" name="Marcador de Posição da Imagem 4">
            <a:extLst>
              <a:ext uri="{FF2B5EF4-FFF2-40B4-BE49-F238E27FC236}">
                <a16:creationId xmlns:a16="http://schemas.microsoft.com/office/drawing/2014/main" id="{C1F11D19-3D38-460E-A8AF-F6A30642EC0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190069" y="1818852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PT" sz="105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/>
              <a:t>Clique no ícone para adicionar uma imagem</a:t>
            </a:r>
            <a:endParaRPr lang="pt-PT" dirty="0"/>
          </a:p>
        </p:txBody>
      </p:sp>
      <p:sp>
        <p:nvSpPr>
          <p:cNvPr id="21" name="Marcador de Posição da Imagem 4">
            <a:extLst>
              <a:ext uri="{FF2B5EF4-FFF2-40B4-BE49-F238E27FC236}">
                <a16:creationId xmlns:a16="http://schemas.microsoft.com/office/drawing/2014/main" id="{F915DDB2-3A13-4240-8ECB-677499946C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13979" y="1818852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PT" sz="105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/>
              <a:t>Clique no ícone para adicionar uma imagem</a:t>
            </a:r>
            <a:endParaRPr lang="pt-PT" dirty="0"/>
          </a:p>
        </p:txBody>
      </p:sp>
      <p:sp>
        <p:nvSpPr>
          <p:cNvPr id="25" name="Marcador de Posição da Imagem 4">
            <a:extLst>
              <a:ext uri="{FF2B5EF4-FFF2-40B4-BE49-F238E27FC236}">
                <a16:creationId xmlns:a16="http://schemas.microsoft.com/office/drawing/2014/main" id="{E9059CA0-144F-4780-BA0D-005B827AAEC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90069" y="4281832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PT" sz="105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/>
              <a:t>Clique no ícone para adicionar uma imagem</a:t>
            </a:r>
            <a:endParaRPr lang="pt-PT" dirty="0"/>
          </a:p>
        </p:txBody>
      </p:sp>
      <p:sp>
        <p:nvSpPr>
          <p:cNvPr id="26" name="Marcador de Posição da Imagem 4">
            <a:extLst>
              <a:ext uri="{FF2B5EF4-FFF2-40B4-BE49-F238E27FC236}">
                <a16:creationId xmlns:a16="http://schemas.microsoft.com/office/drawing/2014/main" id="{B770164C-988C-4217-B0E9-7D0DC17C8BC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08115" y="4294030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PT" sz="105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/>
              <a:t>Clique no ícone para adicionar uma imagem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41324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efícios do Prod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ED540A63-9BB9-478A-BE65-7A901018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767FB1D5-16C4-4AAC-9E31-560F596F8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2555" y="1823626"/>
            <a:ext cx="4569572" cy="580029"/>
          </a:xfrm>
          <a:prstGeom prst="rect">
            <a:avLst/>
          </a:prstGeom>
        </p:spPr>
        <p:txBody>
          <a:bodyPr rtlCol="0"/>
          <a:lstStyle>
            <a:lvl1pPr>
              <a:defRPr lang="pt-PT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27" name="Marcador de Posição do Texto 14">
            <a:extLst>
              <a:ext uri="{FF2B5EF4-FFF2-40B4-BE49-F238E27FC236}">
                <a16:creationId xmlns:a16="http://schemas.microsoft.com/office/drawing/2014/main" id="{C269BEF2-E65B-4046-B8D1-1E5DC6D58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6595" y="2807310"/>
            <a:ext cx="5824073" cy="194014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lang="pt-PT"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um título</a:t>
            </a:r>
          </a:p>
        </p:txBody>
      </p:sp>
      <p:sp>
        <p:nvSpPr>
          <p:cNvPr id="18" name="Marcador de Posição do Rodapé 15">
            <a:extLst>
              <a:ext uri="{FF2B5EF4-FFF2-40B4-BE49-F238E27FC236}">
                <a16:creationId xmlns:a16="http://schemas.microsoft.com/office/drawing/2014/main" id="{D89CE923-C669-4E0E-8161-BB328133E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19" name="Marcador de Posição do Número do Diapositivo 16">
            <a:extLst>
              <a:ext uri="{FF2B5EF4-FFF2-40B4-BE49-F238E27FC236}">
                <a16:creationId xmlns:a16="http://schemas.microsoft.com/office/drawing/2014/main" id="{C820EE41-4997-4CD3-B951-56ECA8842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20" name="Marcador de Posição da Data 14">
            <a:extLst>
              <a:ext uri="{FF2B5EF4-FFF2-40B4-BE49-F238E27FC236}">
                <a16:creationId xmlns:a16="http://schemas.microsoft.com/office/drawing/2014/main" id="{A2A3BC0C-B522-4DA2-BBC0-AC180D8B2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13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o de Separad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5F31BC2D-187A-4ED3-8D67-C55187E53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947F2F5-8E72-425B-A8C2-2B3262F730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5440" y="2741026"/>
            <a:ext cx="5002478" cy="2357066"/>
          </a:xfrm>
          <a:prstGeom prst="rect">
            <a:avLst/>
          </a:prstGeom>
        </p:spPr>
        <p:txBody>
          <a:bodyPr rtlCol="0"/>
          <a:lstStyle>
            <a:lvl1pPr algn="ctr">
              <a:defRPr lang="pt-PT" sz="4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425054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de Negóc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490FC0B-50EB-42D6-A2A5-E02EE642E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04AFCE56-D794-4638-A3EC-63DCFB4B6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511" y="760406"/>
            <a:ext cx="5424988" cy="579245"/>
          </a:xfrm>
          <a:prstGeom prst="rect">
            <a:avLst/>
          </a:prstGeom>
        </p:spPr>
        <p:txBody>
          <a:bodyPr rtlCol="0"/>
          <a:lstStyle>
            <a:lvl1pPr>
              <a:defRPr lang="pt-PT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10" name="Marcador de Posição do Texto 14">
            <a:extLst>
              <a:ext uri="{FF2B5EF4-FFF2-40B4-BE49-F238E27FC236}">
                <a16:creationId xmlns:a16="http://schemas.microsoft.com/office/drawing/2014/main" id="{318D6597-136D-4434-B628-D387BBEEC3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5511" y="3417877"/>
            <a:ext cx="2806280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Clique para adicionar um título</a:t>
            </a:r>
          </a:p>
        </p:txBody>
      </p:sp>
      <p:sp>
        <p:nvSpPr>
          <p:cNvPr id="11" name="Marcador de Posição do Texto 14">
            <a:extLst>
              <a:ext uri="{FF2B5EF4-FFF2-40B4-BE49-F238E27FC236}">
                <a16:creationId xmlns:a16="http://schemas.microsoft.com/office/drawing/2014/main" id="{0691DF94-6587-4325-9C04-970034F1A8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511" y="3766050"/>
            <a:ext cx="2806280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12" name="Marcador de Posição do Texto 14">
            <a:extLst>
              <a:ext uri="{FF2B5EF4-FFF2-40B4-BE49-F238E27FC236}">
                <a16:creationId xmlns:a16="http://schemas.microsoft.com/office/drawing/2014/main" id="{A3CE4E75-7868-44AD-9AF2-753E07BE78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4520" y="3400925"/>
            <a:ext cx="2806280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um título</a:t>
            </a:r>
          </a:p>
        </p:txBody>
      </p:sp>
      <p:sp>
        <p:nvSpPr>
          <p:cNvPr id="13" name="Marcador de Posição do Texto 14">
            <a:extLst>
              <a:ext uri="{FF2B5EF4-FFF2-40B4-BE49-F238E27FC236}">
                <a16:creationId xmlns:a16="http://schemas.microsoft.com/office/drawing/2014/main" id="{8A9FE9C2-0801-4D41-A54B-E00BC7AB7C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4520" y="3749098"/>
            <a:ext cx="2806280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14" name="Marcador de Posição do Texto 14">
            <a:extLst>
              <a:ext uri="{FF2B5EF4-FFF2-40B4-BE49-F238E27FC236}">
                <a16:creationId xmlns:a16="http://schemas.microsoft.com/office/drawing/2014/main" id="{632FBCC2-2CDB-448A-AA61-8D99495226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3529" y="3400925"/>
            <a:ext cx="2692240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um título</a:t>
            </a:r>
          </a:p>
        </p:txBody>
      </p:sp>
      <p:sp>
        <p:nvSpPr>
          <p:cNvPr id="15" name="Marcador de Posição do Texto 14">
            <a:extLst>
              <a:ext uri="{FF2B5EF4-FFF2-40B4-BE49-F238E27FC236}">
                <a16:creationId xmlns:a16="http://schemas.microsoft.com/office/drawing/2014/main" id="{7F6A4D9D-1690-4C0A-9F62-1FE93C0145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3529" y="3749098"/>
            <a:ext cx="2692240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20" name="Marcador de Posição do Rodapé 15">
            <a:extLst>
              <a:ext uri="{FF2B5EF4-FFF2-40B4-BE49-F238E27FC236}">
                <a16:creationId xmlns:a16="http://schemas.microsoft.com/office/drawing/2014/main" id="{48863DDD-C3CC-439D-B738-34F6E8960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21" name="Marcador de Posição do Número do Diapositivo 16">
            <a:extLst>
              <a:ext uri="{FF2B5EF4-FFF2-40B4-BE49-F238E27FC236}">
                <a16:creationId xmlns:a16="http://schemas.microsoft.com/office/drawing/2014/main" id="{A4788388-29C8-4E9F-BF82-A1648088A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22" name="Marcador de Posição da Data 14">
            <a:extLst>
              <a:ext uri="{FF2B5EF4-FFF2-40B4-BE49-F238E27FC236}">
                <a16:creationId xmlns:a16="http://schemas.microsoft.com/office/drawing/2014/main" id="{5E6E1CB5-0E5F-4B44-8044-4010565FC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28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ção Geral da Oportunidade de Mer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4E96CB8F-A88F-40C3-A65B-8C33A16A0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086E70-8E77-436D-93CE-4BCD3EC94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80501"/>
            <a:ext cx="5097428" cy="991689"/>
          </a:xfrm>
          <a:prstGeom prst="rect">
            <a:avLst/>
          </a:prstGeom>
        </p:spPr>
        <p:txBody>
          <a:bodyPr rtlCol="0"/>
          <a:lstStyle>
            <a:lvl1pPr algn="ctr">
              <a:defRPr lang="pt-PT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10" name="Marcador de Posição do Texto 10">
            <a:extLst>
              <a:ext uri="{FF2B5EF4-FFF2-40B4-BE49-F238E27FC236}">
                <a16:creationId xmlns:a16="http://schemas.microsoft.com/office/drawing/2014/main" id="{C95B0D27-123C-4F09-AEDC-7874964B7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2337" y="3400981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lang="pt-PT" sz="5400" b="1" kern="0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Adicionar título</a:t>
            </a:r>
          </a:p>
        </p:txBody>
      </p:sp>
      <p:sp>
        <p:nvSpPr>
          <p:cNvPr id="13" name="Marcador de Posição do Texto 14">
            <a:extLst>
              <a:ext uri="{FF2B5EF4-FFF2-40B4-BE49-F238E27FC236}">
                <a16:creationId xmlns:a16="http://schemas.microsoft.com/office/drawing/2014/main" id="{F3772143-8573-4FED-977E-651FC59C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2336" y="4670980"/>
            <a:ext cx="2693129" cy="115163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Adicione texto aqui</a:t>
            </a:r>
          </a:p>
        </p:txBody>
      </p:sp>
      <p:sp>
        <p:nvSpPr>
          <p:cNvPr id="25" name="Marcador de Posição do Texto 10">
            <a:extLst>
              <a:ext uri="{FF2B5EF4-FFF2-40B4-BE49-F238E27FC236}">
                <a16:creationId xmlns:a16="http://schemas.microsoft.com/office/drawing/2014/main" id="{4FD80858-A8CA-496F-8CC0-5ACDBE6511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7933" y="3400981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lang="pt-PT" sz="5400" b="1" kern="0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Adicionar título</a:t>
            </a:r>
          </a:p>
        </p:txBody>
      </p:sp>
      <p:sp>
        <p:nvSpPr>
          <p:cNvPr id="33" name="Marcador de Posição do Texto 14">
            <a:extLst>
              <a:ext uri="{FF2B5EF4-FFF2-40B4-BE49-F238E27FC236}">
                <a16:creationId xmlns:a16="http://schemas.microsoft.com/office/drawing/2014/main" id="{2B840B1F-9319-4653-84C5-FF1FDC5E9D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7931" y="4670980"/>
            <a:ext cx="2693129" cy="115163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Adicione texto aqui</a:t>
            </a:r>
          </a:p>
        </p:txBody>
      </p:sp>
      <p:sp>
        <p:nvSpPr>
          <p:cNvPr id="27" name="Marcador de Posição do Texto 10">
            <a:extLst>
              <a:ext uri="{FF2B5EF4-FFF2-40B4-BE49-F238E27FC236}">
                <a16:creationId xmlns:a16="http://schemas.microsoft.com/office/drawing/2014/main" id="{0882E4D8-D2AA-4EA0-BBCE-50334E8D16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3530" y="3400981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lang="pt-PT" sz="5400" b="1" kern="0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Adicionar título</a:t>
            </a:r>
          </a:p>
        </p:txBody>
      </p:sp>
      <p:sp>
        <p:nvSpPr>
          <p:cNvPr id="36" name="Marcador de Posição do Texto 14">
            <a:extLst>
              <a:ext uri="{FF2B5EF4-FFF2-40B4-BE49-F238E27FC236}">
                <a16:creationId xmlns:a16="http://schemas.microsoft.com/office/drawing/2014/main" id="{97EFBCD4-F812-493F-895A-3449020A06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83528" y="4670980"/>
            <a:ext cx="2693129" cy="115163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Adicione texto aqui</a:t>
            </a:r>
          </a:p>
        </p:txBody>
      </p:sp>
      <p:sp>
        <p:nvSpPr>
          <p:cNvPr id="20" name="Marcador de Posição do Rodapé 15">
            <a:extLst>
              <a:ext uri="{FF2B5EF4-FFF2-40B4-BE49-F238E27FC236}">
                <a16:creationId xmlns:a16="http://schemas.microsoft.com/office/drawing/2014/main" id="{698D43C2-06AB-4549-BCD0-CBDCA065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21" name="Marcador de Posição do Número do Diapositivo 16">
            <a:extLst>
              <a:ext uri="{FF2B5EF4-FFF2-40B4-BE49-F238E27FC236}">
                <a16:creationId xmlns:a16="http://schemas.microsoft.com/office/drawing/2014/main" id="{7B2AB1D3-DFF0-43A8-BDE0-52FB314E0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22" name="Marcador de Posição da Data 14">
            <a:extLst>
              <a:ext uri="{FF2B5EF4-FFF2-40B4-BE49-F238E27FC236}">
                <a16:creationId xmlns:a16="http://schemas.microsoft.com/office/drawing/2014/main" id="{28A81ABF-135E-483F-9992-6F79C2F55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76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Oportunidades de Mer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áfico 36">
            <a:extLst>
              <a:ext uri="{FF2B5EF4-FFF2-40B4-BE49-F238E27FC236}">
                <a16:creationId xmlns:a16="http://schemas.microsoft.com/office/drawing/2014/main" id="{133E6176-F4F6-41F9-8F2A-BA6586E1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48AC667-531B-4E40-98C6-B36847DE0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77876"/>
            <a:ext cx="5097428" cy="918377"/>
          </a:xfrm>
          <a:prstGeom prst="rect">
            <a:avLst/>
          </a:prstGeom>
        </p:spPr>
        <p:txBody>
          <a:bodyPr rtlCol="0"/>
          <a:lstStyle>
            <a:lvl1pPr algn="ctr">
              <a:defRPr lang="pt-PT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25" name="Marcador de Posição do Texto 10">
            <a:extLst>
              <a:ext uri="{FF2B5EF4-FFF2-40B4-BE49-F238E27FC236}">
                <a16:creationId xmlns:a16="http://schemas.microsoft.com/office/drawing/2014/main" id="{42930722-7AFE-41FC-8830-E2075CE783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35012" y="2724048"/>
            <a:ext cx="1786461" cy="1072345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lang="pt-PT" sz="54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texto</a:t>
            </a:r>
          </a:p>
        </p:txBody>
      </p:sp>
      <p:sp>
        <p:nvSpPr>
          <p:cNvPr id="26" name="Marcador de Posição do Texto 14">
            <a:extLst>
              <a:ext uri="{FF2B5EF4-FFF2-40B4-BE49-F238E27FC236}">
                <a16:creationId xmlns:a16="http://schemas.microsoft.com/office/drawing/2014/main" id="{4FD0E59A-1834-4F86-8ED3-1EBC643224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67209" y="2930881"/>
            <a:ext cx="3639904" cy="387746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PT"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subtítulo</a:t>
            </a:r>
          </a:p>
        </p:txBody>
      </p:sp>
      <p:sp>
        <p:nvSpPr>
          <p:cNvPr id="27" name="Marcador de Posição do Texto 14">
            <a:extLst>
              <a:ext uri="{FF2B5EF4-FFF2-40B4-BE49-F238E27FC236}">
                <a16:creationId xmlns:a16="http://schemas.microsoft.com/office/drawing/2014/main" id="{7084F479-66F8-4110-96A2-F3A27ED1C2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9" y="3282057"/>
            <a:ext cx="3639904" cy="481781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PT" sz="14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subtítulo</a:t>
            </a:r>
          </a:p>
        </p:txBody>
      </p:sp>
      <p:sp>
        <p:nvSpPr>
          <p:cNvPr id="28" name="Marcador de Posição do Texto 10">
            <a:extLst>
              <a:ext uri="{FF2B5EF4-FFF2-40B4-BE49-F238E27FC236}">
                <a16:creationId xmlns:a16="http://schemas.microsoft.com/office/drawing/2014/main" id="{DD083869-3E3D-40A3-AE1C-3384E7096A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35012" y="3882118"/>
            <a:ext cx="1786461" cy="1072345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lang="pt-PT" sz="54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texto</a:t>
            </a:r>
          </a:p>
        </p:txBody>
      </p:sp>
      <p:sp>
        <p:nvSpPr>
          <p:cNvPr id="29" name="Marcador de Posição do Texto 14">
            <a:extLst>
              <a:ext uri="{FF2B5EF4-FFF2-40B4-BE49-F238E27FC236}">
                <a16:creationId xmlns:a16="http://schemas.microsoft.com/office/drawing/2014/main" id="{ECD259C4-54A9-4BCA-A693-5A8F91D82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67209" y="4097257"/>
            <a:ext cx="3639905" cy="387746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PT"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subtítulo</a:t>
            </a:r>
          </a:p>
        </p:txBody>
      </p:sp>
      <p:sp>
        <p:nvSpPr>
          <p:cNvPr id="30" name="Marcador de Posição do Texto 14">
            <a:extLst>
              <a:ext uri="{FF2B5EF4-FFF2-40B4-BE49-F238E27FC236}">
                <a16:creationId xmlns:a16="http://schemas.microsoft.com/office/drawing/2014/main" id="{3099E6DD-0A81-4AD6-97AD-DB777418E5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9" y="4448433"/>
            <a:ext cx="3639905" cy="481781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PT" sz="14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subtítulo</a:t>
            </a:r>
          </a:p>
        </p:txBody>
      </p:sp>
      <p:sp>
        <p:nvSpPr>
          <p:cNvPr id="31" name="Marcador de Posição do Texto 10">
            <a:extLst>
              <a:ext uri="{FF2B5EF4-FFF2-40B4-BE49-F238E27FC236}">
                <a16:creationId xmlns:a16="http://schemas.microsoft.com/office/drawing/2014/main" id="{01E19938-3E97-4D01-9075-1BB1AF8DDF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5012" y="5046627"/>
            <a:ext cx="1786461" cy="1072345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lang="pt-PT" sz="54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texto</a:t>
            </a:r>
          </a:p>
        </p:txBody>
      </p:sp>
      <p:sp>
        <p:nvSpPr>
          <p:cNvPr id="32" name="Marcador de Posição do Texto 14">
            <a:extLst>
              <a:ext uri="{FF2B5EF4-FFF2-40B4-BE49-F238E27FC236}">
                <a16:creationId xmlns:a16="http://schemas.microsoft.com/office/drawing/2014/main" id="{FA19E736-C7E5-448A-AC90-0EB1D902C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8730" y="5267189"/>
            <a:ext cx="3639905" cy="387746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PT"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subtítulo</a:t>
            </a:r>
          </a:p>
        </p:txBody>
      </p:sp>
      <p:sp>
        <p:nvSpPr>
          <p:cNvPr id="33" name="Marcador de Posição do Texto 14">
            <a:extLst>
              <a:ext uri="{FF2B5EF4-FFF2-40B4-BE49-F238E27FC236}">
                <a16:creationId xmlns:a16="http://schemas.microsoft.com/office/drawing/2014/main" id="{4C139082-0147-4871-8F86-8D4DFC57E8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8730" y="5618365"/>
            <a:ext cx="3639905" cy="481781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PT" sz="14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subtítulo</a:t>
            </a:r>
          </a:p>
        </p:txBody>
      </p:sp>
      <p:sp>
        <p:nvSpPr>
          <p:cNvPr id="21" name="Marcador de Posição do Rodapé 15">
            <a:extLst>
              <a:ext uri="{FF2B5EF4-FFF2-40B4-BE49-F238E27FC236}">
                <a16:creationId xmlns:a16="http://schemas.microsoft.com/office/drawing/2014/main" id="{97BCF052-161B-4AD4-AE2D-DED3FA964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22" name="Marcador de Posição do Número do Diapositivo 16">
            <a:extLst>
              <a:ext uri="{FF2B5EF4-FFF2-40B4-BE49-F238E27FC236}">
                <a16:creationId xmlns:a16="http://schemas.microsoft.com/office/drawing/2014/main" id="{E388F47C-0B7F-4C1B-B356-52A1CB56D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23" name="Marcador de Posição da Data 14">
            <a:extLst>
              <a:ext uri="{FF2B5EF4-FFF2-40B4-BE49-F238E27FC236}">
                <a16:creationId xmlns:a16="http://schemas.microsoft.com/office/drawing/2014/main" id="{4654010E-C1FB-4195-AD8B-03A8DAE01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07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Nossa Concorrê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áfico 30">
            <a:extLst>
              <a:ext uri="{FF2B5EF4-FFF2-40B4-BE49-F238E27FC236}">
                <a16:creationId xmlns:a16="http://schemas.microsoft.com/office/drawing/2014/main" id="{84044BB2-E43C-47D4-AA71-04F22AA3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C0F929B-B0E5-4A66-B6D7-462C68EF7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4082" y="2232234"/>
            <a:ext cx="7323836" cy="743753"/>
          </a:xfrm>
          <a:prstGeom prst="rect">
            <a:avLst/>
          </a:prstGeom>
        </p:spPr>
        <p:txBody>
          <a:bodyPr rtlCol="0"/>
          <a:lstStyle>
            <a:lvl1pPr algn="ctr">
              <a:defRPr lang="pt-PT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24" name="Marcador de Posição do Texto 14">
            <a:extLst>
              <a:ext uri="{FF2B5EF4-FFF2-40B4-BE49-F238E27FC236}">
                <a16:creationId xmlns:a16="http://schemas.microsoft.com/office/drawing/2014/main" id="{04A0468C-03A1-433C-BEB5-89CD0787AB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69369" y="3317783"/>
            <a:ext cx="4172533" cy="274650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PT"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Adicionar subtítulo</a:t>
            </a:r>
          </a:p>
        </p:txBody>
      </p:sp>
      <p:sp>
        <p:nvSpPr>
          <p:cNvPr id="25" name="Marcador de Posição do Texto 14">
            <a:extLst>
              <a:ext uri="{FF2B5EF4-FFF2-40B4-BE49-F238E27FC236}">
                <a16:creationId xmlns:a16="http://schemas.microsoft.com/office/drawing/2014/main" id="{1345DEAC-8D5A-44A0-9EA3-9A2039ADD0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69369" y="3651424"/>
            <a:ext cx="4172533" cy="2329657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Adicione texto aqui</a:t>
            </a:r>
          </a:p>
        </p:txBody>
      </p:sp>
      <p:sp>
        <p:nvSpPr>
          <p:cNvPr id="26" name="Marcador de Posição do Texto 14">
            <a:extLst>
              <a:ext uri="{FF2B5EF4-FFF2-40B4-BE49-F238E27FC236}">
                <a16:creationId xmlns:a16="http://schemas.microsoft.com/office/drawing/2014/main" id="{D2839B01-8B79-4655-BADE-8F0A935193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72448" y="3317783"/>
            <a:ext cx="4172533" cy="274650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PT"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Adicionar subtítulo</a:t>
            </a:r>
          </a:p>
        </p:txBody>
      </p:sp>
      <p:sp>
        <p:nvSpPr>
          <p:cNvPr id="27" name="Marcador de Posição do Texto 14">
            <a:extLst>
              <a:ext uri="{FF2B5EF4-FFF2-40B4-BE49-F238E27FC236}">
                <a16:creationId xmlns:a16="http://schemas.microsoft.com/office/drawing/2014/main" id="{D0AFF7FE-E069-4C57-9F9F-909B7FE43E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72448" y="3651424"/>
            <a:ext cx="4172533" cy="2329657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Adicione texto aqui</a:t>
            </a:r>
          </a:p>
        </p:txBody>
      </p:sp>
      <p:sp>
        <p:nvSpPr>
          <p:cNvPr id="21" name="Marcador de Posição do Rodapé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22" name="Marcador de Posição do Número do Diapositivo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23" name="Marcador de Posição da Data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14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Nossa Concorrência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9172C710-E0AE-4BB2-88CC-99E77C18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24C9529-8AA8-4D29-9375-C57976886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107" y="501519"/>
            <a:ext cx="10515600" cy="492025"/>
          </a:xfrm>
          <a:prstGeom prst="rect">
            <a:avLst/>
          </a:prstGeom>
        </p:spPr>
        <p:txBody>
          <a:bodyPr rtlCol="0"/>
          <a:lstStyle>
            <a:lvl1pPr>
              <a:defRPr lang="pt-PT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32" name="Marcador de Posição do Texto 14">
            <a:extLst>
              <a:ext uri="{FF2B5EF4-FFF2-40B4-BE49-F238E27FC236}">
                <a16:creationId xmlns:a16="http://schemas.microsoft.com/office/drawing/2014/main" id="{68E86424-D329-4314-90E5-3475B98D2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27206" y="1599947"/>
            <a:ext cx="1706965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PT" sz="10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Clique para adicionar nome</a:t>
            </a:r>
          </a:p>
        </p:txBody>
      </p:sp>
      <p:sp>
        <p:nvSpPr>
          <p:cNvPr id="40" name="Marcador de Posição do Texto 14">
            <a:extLst>
              <a:ext uri="{FF2B5EF4-FFF2-40B4-BE49-F238E27FC236}">
                <a16:creationId xmlns:a16="http://schemas.microsoft.com/office/drawing/2014/main" id="{64DB45FF-E618-4122-91A4-A6E4F2B7FC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23421" y="2378452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PT" sz="1800" b="1" cap="all" spc="200" baseline="0">
                <a:solidFill>
                  <a:schemeClr val="accent3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Clique para adicionar nome</a:t>
            </a:r>
          </a:p>
        </p:txBody>
      </p:sp>
      <p:sp>
        <p:nvSpPr>
          <p:cNvPr id="54" name="Marcador de Posição do Texto 14">
            <a:extLst>
              <a:ext uri="{FF2B5EF4-FFF2-40B4-BE49-F238E27FC236}">
                <a16:creationId xmlns:a16="http://schemas.microsoft.com/office/drawing/2014/main" id="{9D03616C-C870-402E-9CD2-D61A8C881C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586" y="2129182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PT" sz="1600" b="1" cap="all" spc="2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nome</a:t>
            </a:r>
          </a:p>
        </p:txBody>
      </p:sp>
      <p:sp>
        <p:nvSpPr>
          <p:cNvPr id="49" name="Marcador de Posição do Texto 14">
            <a:extLst>
              <a:ext uri="{FF2B5EF4-FFF2-40B4-BE49-F238E27FC236}">
                <a16:creationId xmlns:a16="http://schemas.microsoft.com/office/drawing/2014/main" id="{1EFBBB7D-BA85-47E3-B62F-AA1F2F44FB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34399" y="3528829"/>
            <a:ext cx="1209143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PT" sz="10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nome</a:t>
            </a:r>
          </a:p>
        </p:txBody>
      </p:sp>
      <p:sp>
        <p:nvSpPr>
          <p:cNvPr id="38" name="Marcador de Posição do Texto 14">
            <a:extLst>
              <a:ext uri="{FF2B5EF4-FFF2-40B4-BE49-F238E27FC236}">
                <a16:creationId xmlns:a16="http://schemas.microsoft.com/office/drawing/2014/main" id="{956FCC53-780F-4831-91B6-1F8A24502C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1018" y="3528829"/>
            <a:ext cx="1380681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PT" sz="10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nome</a:t>
            </a:r>
          </a:p>
        </p:txBody>
      </p:sp>
      <p:sp>
        <p:nvSpPr>
          <p:cNvPr id="44" name="Marcador de Posição do Texto 14">
            <a:extLst>
              <a:ext uri="{FF2B5EF4-FFF2-40B4-BE49-F238E27FC236}">
                <a16:creationId xmlns:a16="http://schemas.microsoft.com/office/drawing/2014/main" id="{5A939BCA-4047-481F-B0C2-85F9AFDDFA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22436" y="4634331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PT" sz="1800" b="1" cap="all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nome</a:t>
            </a:r>
          </a:p>
        </p:txBody>
      </p:sp>
      <p:sp>
        <p:nvSpPr>
          <p:cNvPr id="42" name="Marcador de Posição do Texto 14">
            <a:extLst>
              <a:ext uri="{FF2B5EF4-FFF2-40B4-BE49-F238E27FC236}">
                <a16:creationId xmlns:a16="http://schemas.microsoft.com/office/drawing/2014/main" id="{EEACD572-F95D-4ABE-9CC6-03D3CAF89E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9913" y="4459860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PT" sz="1800" b="1" cap="all" spc="200" baseline="0">
                <a:solidFill>
                  <a:schemeClr val="accent5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nome</a:t>
            </a:r>
          </a:p>
        </p:txBody>
      </p:sp>
      <p:sp>
        <p:nvSpPr>
          <p:cNvPr id="46" name="Marcador de Posição do Texto 14">
            <a:extLst>
              <a:ext uri="{FF2B5EF4-FFF2-40B4-BE49-F238E27FC236}">
                <a16:creationId xmlns:a16="http://schemas.microsoft.com/office/drawing/2014/main" id="{F21A51C9-DB80-45BF-8C5D-A023692728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37403" y="4321788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PT" sz="1800" b="1" cap="all" spc="200" baseline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nome</a:t>
            </a:r>
          </a:p>
        </p:txBody>
      </p:sp>
      <p:sp>
        <p:nvSpPr>
          <p:cNvPr id="34" name="Marcador de Posição do Texto 14">
            <a:extLst>
              <a:ext uri="{FF2B5EF4-FFF2-40B4-BE49-F238E27FC236}">
                <a16:creationId xmlns:a16="http://schemas.microsoft.com/office/drawing/2014/main" id="{AAF01185-D17F-4327-A264-7BA944344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7206" y="5468790"/>
            <a:ext cx="1706965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PT" sz="10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nome</a:t>
            </a:r>
          </a:p>
        </p:txBody>
      </p:sp>
      <p:sp>
        <p:nvSpPr>
          <p:cNvPr id="48" name="Marcador de Posição do Texto 14">
            <a:extLst>
              <a:ext uri="{FF2B5EF4-FFF2-40B4-BE49-F238E27FC236}">
                <a16:creationId xmlns:a16="http://schemas.microsoft.com/office/drawing/2014/main" id="{0F026DA0-6868-4098-AA73-18F8CB2750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6546" y="5195673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PT" sz="1800" b="1" cap="all" spc="200" baseline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nome</a:t>
            </a:r>
          </a:p>
        </p:txBody>
      </p:sp>
      <p:cxnSp>
        <p:nvCxnSpPr>
          <p:cNvPr id="17" name="Conexão Reta 16">
            <a:extLst>
              <a:ext uri="{FF2B5EF4-FFF2-40B4-BE49-F238E27FC236}">
                <a16:creationId xmlns:a16="http://schemas.microsoft.com/office/drawing/2014/main" id="{C6886378-0368-485F-8D6E-3C9CB4C63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47369" y="377484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xão Reta 51">
            <a:extLst>
              <a:ext uri="{FF2B5EF4-FFF2-40B4-BE49-F238E27FC236}">
                <a16:creationId xmlns:a16="http://schemas.microsoft.com/office/drawing/2014/main" id="{58EB2C4E-9EF3-4CC7-9BDE-ED5598CC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780689" y="209197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Posição do Rodapé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22" name="Marcador de Posição do Número do Diapositivo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23" name="Marcador de Posição da Data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545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tratégia de Cresci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FEDCC43F-6D79-4D9A-A842-74287B40D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8255D77-6260-4F8F-86E3-D0AAF36FA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4345" y="1158710"/>
            <a:ext cx="5611660" cy="677782"/>
          </a:xfrm>
          <a:prstGeom prst="rect">
            <a:avLst/>
          </a:prstGeom>
        </p:spPr>
        <p:txBody>
          <a:bodyPr rtlCol="0" anchor="b"/>
          <a:lstStyle>
            <a:lvl1pPr algn="ctr">
              <a:defRPr lang="pt-PT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8" name="Marcador de Posição do Texto 14">
            <a:extLst>
              <a:ext uri="{FF2B5EF4-FFF2-40B4-BE49-F238E27FC236}">
                <a16:creationId xmlns:a16="http://schemas.microsoft.com/office/drawing/2014/main" id="{5C91A828-665B-4FC2-950E-370DF47348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subtítulo</a:t>
            </a:r>
          </a:p>
        </p:txBody>
      </p:sp>
      <p:sp>
        <p:nvSpPr>
          <p:cNvPr id="10" name="Marcador de Posição do Texto 14">
            <a:extLst>
              <a:ext uri="{FF2B5EF4-FFF2-40B4-BE49-F238E27FC236}">
                <a16:creationId xmlns:a16="http://schemas.microsoft.com/office/drawing/2014/main" id="{0BE18AA7-27E7-4763-A428-079E43A450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33290" y="3262556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PT"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Clique para adicionar nome</a:t>
            </a:r>
          </a:p>
        </p:txBody>
      </p:sp>
      <p:sp>
        <p:nvSpPr>
          <p:cNvPr id="17" name="Marcador de Posição do Texto 14">
            <a:extLst>
              <a:ext uri="{FF2B5EF4-FFF2-40B4-BE49-F238E27FC236}">
                <a16:creationId xmlns:a16="http://schemas.microsoft.com/office/drawing/2014/main" id="{6ED488B3-3B38-4DE8-8789-E9C406DB652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53332" y="3262556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PT"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nome</a:t>
            </a:r>
          </a:p>
        </p:txBody>
      </p:sp>
      <p:sp>
        <p:nvSpPr>
          <p:cNvPr id="19" name="Marcador de Posição do Texto 14">
            <a:extLst>
              <a:ext uri="{FF2B5EF4-FFF2-40B4-BE49-F238E27FC236}">
                <a16:creationId xmlns:a16="http://schemas.microsoft.com/office/drawing/2014/main" id="{5717E8AA-E5DC-43D1-BED9-1A8F554EB6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7008" y="3262556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PT"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nome</a:t>
            </a:r>
          </a:p>
        </p:txBody>
      </p:sp>
      <p:sp>
        <p:nvSpPr>
          <p:cNvPr id="20" name="Marcador de Posição do Texto 14">
            <a:extLst>
              <a:ext uri="{FF2B5EF4-FFF2-40B4-BE49-F238E27FC236}">
                <a16:creationId xmlns:a16="http://schemas.microsoft.com/office/drawing/2014/main" id="{83A9D178-AD0E-4E87-97B3-88B79A533B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2028" y="4704557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21" name="Marcador de Posição do Texto 14">
            <a:extLst>
              <a:ext uri="{FF2B5EF4-FFF2-40B4-BE49-F238E27FC236}">
                <a16:creationId xmlns:a16="http://schemas.microsoft.com/office/drawing/2014/main" id="{BF8B39EE-8EB7-4880-A9FE-9F98D2398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1306" y="4704558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22" name="Marcador de Posição do Texto 14">
            <a:extLst>
              <a:ext uri="{FF2B5EF4-FFF2-40B4-BE49-F238E27FC236}">
                <a16:creationId xmlns:a16="http://schemas.microsoft.com/office/drawing/2014/main" id="{C74686F1-FD3B-4529-9DBC-C6E34312C5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4982" y="4704557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12" name="Marcador de Posição do Rodapé 15">
            <a:extLst>
              <a:ext uri="{FF2B5EF4-FFF2-40B4-BE49-F238E27FC236}">
                <a16:creationId xmlns:a16="http://schemas.microsoft.com/office/drawing/2014/main" id="{0A8B5FF2-6B96-4FE7-A6ED-0C89D74FA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13" name="Marcador de Posição do Número do Diapositivo 16">
            <a:extLst>
              <a:ext uri="{FF2B5EF4-FFF2-40B4-BE49-F238E27FC236}">
                <a16:creationId xmlns:a16="http://schemas.microsoft.com/office/drawing/2014/main" id="{B8BB57A8-7823-42A3-BA84-96690BFFD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14" name="Marcador de Posição da Data 14">
            <a:extLst>
              <a:ext uri="{FF2B5EF4-FFF2-40B4-BE49-F238E27FC236}">
                <a16:creationId xmlns:a16="http://schemas.microsoft.com/office/drawing/2014/main" id="{902A41BF-FE61-48B9-A0B1-94AAB1538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706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u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áfico 35">
            <a:extLst>
              <a:ext uri="{FF2B5EF4-FFF2-40B4-BE49-F238E27FC236}">
                <a16:creationId xmlns:a16="http://schemas.microsoft.com/office/drawing/2014/main" id="{41C2529C-151F-488B-A358-D60A3D552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3E2EB21-CF4E-4578-820A-EACF488B17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6975" y="1144939"/>
            <a:ext cx="5473874" cy="687833"/>
          </a:xfrm>
          <a:prstGeom prst="rect">
            <a:avLst/>
          </a:prstGeom>
        </p:spPr>
        <p:txBody>
          <a:bodyPr rtlCol="0" anchor="b"/>
          <a:lstStyle>
            <a:lvl1pPr algn="ctr">
              <a:defRPr lang="pt-PT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10" name="Marcador de Posição do Texto 14">
            <a:extLst>
              <a:ext uri="{FF2B5EF4-FFF2-40B4-BE49-F238E27FC236}">
                <a16:creationId xmlns:a16="http://schemas.microsoft.com/office/drawing/2014/main" id="{7F450FCB-3FE4-489F-A4BA-4BF492C226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subtítulo</a:t>
            </a:r>
          </a:p>
        </p:txBody>
      </p:sp>
      <p:sp>
        <p:nvSpPr>
          <p:cNvPr id="39" name="Marcador de Posição do Texto 10">
            <a:extLst>
              <a:ext uri="{FF2B5EF4-FFF2-40B4-BE49-F238E27FC236}">
                <a16:creationId xmlns:a16="http://schemas.microsoft.com/office/drawing/2014/main" id="{EB6054A1-FB6D-4599-BAA9-5A51A0FA8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3991" y="2822318"/>
            <a:ext cx="3574251" cy="448769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PT" sz="1600" b="1" cap="none" spc="2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Clique para adicionar um título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5054896-ABA6-49DF-9D5D-B2E6224DD44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66775" y="3333750"/>
            <a:ext cx="4352925" cy="2636837"/>
          </a:xfrm>
          <a:prstGeom prst="rect">
            <a:avLst/>
          </a:prstGeom>
        </p:spPr>
        <p:txBody>
          <a:bodyPr rtlCol="0"/>
          <a:lstStyle>
            <a:lvl1pPr>
              <a:defRPr lang="pt-PT">
                <a:solidFill>
                  <a:schemeClr val="bg1"/>
                </a:solidFill>
                <a:latin typeface="Calibri Light" panose="020F0302020204030204" pitchFamily="34" charset="0"/>
              </a:defRPr>
            </a:lvl1pPr>
            <a:lvl2pPr>
              <a:defRPr lang="pt-PT">
                <a:solidFill>
                  <a:schemeClr val="bg1"/>
                </a:solidFill>
                <a:latin typeface="Calibri Light" panose="020F0302020204030204" pitchFamily="34" charset="0"/>
              </a:defRPr>
            </a:lvl2pPr>
            <a:lvl3pPr>
              <a:defRPr lang="pt-PT">
                <a:solidFill>
                  <a:schemeClr val="bg1"/>
                </a:solidFill>
                <a:latin typeface="Calibri Light" panose="020F0302020204030204" pitchFamily="34" charset="0"/>
              </a:defRPr>
            </a:lvl3pPr>
            <a:lvl4pPr>
              <a:defRPr lang="pt-PT">
                <a:solidFill>
                  <a:schemeClr val="bg1"/>
                </a:solidFill>
                <a:latin typeface="Calibri Light" panose="020F0302020204030204" pitchFamily="34" charset="0"/>
              </a:defRPr>
            </a:lvl4pPr>
            <a:lvl5pPr>
              <a:defRPr lang="pt-PT">
                <a:solidFill>
                  <a:schemeClr val="bg1"/>
                </a:solidFill>
                <a:latin typeface="Calibri Light" panose="020F0302020204030204" pitchFamily="34" charset="0"/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40" name="Marcador de Posição do Texto 10">
            <a:extLst>
              <a:ext uri="{FF2B5EF4-FFF2-40B4-BE49-F238E27FC236}">
                <a16:creationId xmlns:a16="http://schemas.microsoft.com/office/drawing/2014/main" id="{5E9FFDEA-766B-48BC-B5E5-F06563BF4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9875" y="2829932"/>
            <a:ext cx="3574251" cy="448769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PT" sz="1600" b="1" cap="none" spc="2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um título</a:t>
            </a:r>
          </a:p>
        </p:txBody>
      </p:sp>
      <p:sp>
        <p:nvSpPr>
          <p:cNvPr id="12" name="Marcador de Posição do Rodapé 15">
            <a:extLst>
              <a:ext uri="{FF2B5EF4-FFF2-40B4-BE49-F238E27FC236}">
                <a16:creationId xmlns:a16="http://schemas.microsoft.com/office/drawing/2014/main" id="{067B5EA1-9C03-415F-A792-0E81289DB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13" name="Marcador de Posição do Número do Diapositivo 16">
            <a:extLst>
              <a:ext uri="{FF2B5EF4-FFF2-40B4-BE49-F238E27FC236}">
                <a16:creationId xmlns:a16="http://schemas.microsoft.com/office/drawing/2014/main" id="{258AB827-653F-449B-8FE9-EC1E4F1C1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14" name="Marcador de Posição da Data 14">
            <a:extLst>
              <a:ext uri="{FF2B5EF4-FFF2-40B4-BE49-F238E27FC236}">
                <a16:creationId xmlns:a16="http://schemas.microsoft.com/office/drawing/2014/main" id="{045230A5-30E4-4168-93C9-124C889B6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  <p:sp>
        <p:nvSpPr>
          <p:cNvPr id="34" name="Marcador de Posição de Conteúdo 3">
            <a:extLst>
              <a:ext uri="{FF2B5EF4-FFF2-40B4-BE49-F238E27FC236}">
                <a16:creationId xmlns:a16="http://schemas.microsoft.com/office/drawing/2014/main" id="{C1979EE6-6944-48F0-87CE-65E90A3ACC7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433647" y="3333750"/>
            <a:ext cx="4352925" cy="2636837"/>
          </a:xfrm>
          <a:prstGeom prst="rect">
            <a:avLst/>
          </a:prstGeom>
        </p:spPr>
        <p:txBody>
          <a:bodyPr rtlCol="0"/>
          <a:lstStyle>
            <a:lvl1pPr>
              <a:defRPr lang="pt-PT">
                <a:solidFill>
                  <a:schemeClr val="bg1"/>
                </a:solidFill>
                <a:latin typeface="Calibri Light" panose="020F0302020204030204" pitchFamily="34" charset="0"/>
              </a:defRPr>
            </a:lvl1pPr>
            <a:lvl2pPr>
              <a:defRPr lang="pt-PT">
                <a:solidFill>
                  <a:schemeClr val="bg1"/>
                </a:solidFill>
                <a:latin typeface="Calibri Light" panose="020F0302020204030204" pitchFamily="34" charset="0"/>
              </a:defRPr>
            </a:lvl2pPr>
            <a:lvl3pPr>
              <a:defRPr lang="pt-PT">
                <a:solidFill>
                  <a:schemeClr val="bg1"/>
                </a:solidFill>
                <a:latin typeface="Calibri Light" panose="020F0302020204030204" pitchFamily="34" charset="0"/>
              </a:defRPr>
            </a:lvl3pPr>
            <a:lvl4pPr>
              <a:defRPr lang="pt-PT">
                <a:solidFill>
                  <a:schemeClr val="bg1"/>
                </a:solidFill>
                <a:latin typeface="Calibri Light" panose="020F0302020204030204" pitchFamily="34" charset="0"/>
              </a:defRPr>
            </a:lvl4pPr>
            <a:lvl5pPr>
              <a:defRPr lang="pt-PT">
                <a:solidFill>
                  <a:schemeClr val="bg1"/>
                </a:solidFill>
                <a:latin typeface="Calibri Light" panose="020F0302020204030204" pitchFamily="34" charset="0"/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22514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o de Ação de Dois A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ráfico 119">
            <a:extLst>
              <a:ext uri="{FF2B5EF4-FFF2-40B4-BE49-F238E27FC236}">
                <a16:creationId xmlns:a16="http://schemas.microsoft.com/office/drawing/2014/main" id="{0D59F18F-5BD3-4E80-A69E-6D92DA9BB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0" name="Grupo 99">
            <a:extLst>
              <a:ext uri="{FF2B5EF4-FFF2-40B4-BE49-F238E27FC236}">
                <a16:creationId xmlns:a16="http://schemas.microsoft.com/office/drawing/2014/main" id="{79CFC79B-A403-4086-AB1A-E4F1F5AC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2689356"/>
            <a:ext cx="8510121" cy="0"/>
            <a:chOff x="1504814" y="2488864"/>
            <a:chExt cx="8510121" cy="0"/>
          </a:xfrm>
        </p:grpSpPr>
        <p:cxnSp>
          <p:nvCxnSpPr>
            <p:cNvPr id="79" name="Conexão Reta 78">
              <a:extLst>
                <a:ext uri="{FF2B5EF4-FFF2-40B4-BE49-F238E27FC236}">
                  <a16:creationId xmlns:a16="http://schemas.microsoft.com/office/drawing/2014/main" id="{3993C126-30E8-42C9-97ED-B7968CE61D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xão Reta 80">
              <a:extLst>
                <a:ext uri="{FF2B5EF4-FFF2-40B4-BE49-F238E27FC236}">
                  <a16:creationId xmlns:a16="http://schemas.microsoft.com/office/drawing/2014/main" id="{710C08B4-5A67-4383-9733-CF6DCA952D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xão Reta 82">
              <a:extLst>
                <a:ext uri="{FF2B5EF4-FFF2-40B4-BE49-F238E27FC236}">
                  <a16:creationId xmlns:a16="http://schemas.microsoft.com/office/drawing/2014/main" id="{9736A6D3-72B8-4ADD-83D7-F905F1EB82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xão Reta 84">
              <a:extLst>
                <a:ext uri="{FF2B5EF4-FFF2-40B4-BE49-F238E27FC236}">
                  <a16:creationId xmlns:a16="http://schemas.microsoft.com/office/drawing/2014/main" id="{7C048AE4-D798-4F1B-874C-F9044ECC86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xão Reta 86">
              <a:extLst>
                <a:ext uri="{FF2B5EF4-FFF2-40B4-BE49-F238E27FC236}">
                  <a16:creationId xmlns:a16="http://schemas.microsoft.com/office/drawing/2014/main" id="{224A7533-05E8-464C-81E3-83136E632A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xão Reta 88">
              <a:extLst>
                <a:ext uri="{FF2B5EF4-FFF2-40B4-BE49-F238E27FC236}">
                  <a16:creationId xmlns:a16="http://schemas.microsoft.com/office/drawing/2014/main" id="{714E820A-336F-43A8-AB0D-875A28FB90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xão Reta 90">
              <a:extLst>
                <a:ext uri="{FF2B5EF4-FFF2-40B4-BE49-F238E27FC236}">
                  <a16:creationId xmlns:a16="http://schemas.microsoft.com/office/drawing/2014/main" id="{6D557188-FB50-4CF1-85AD-28747D97DC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xão Reta 92">
              <a:extLst>
                <a:ext uri="{FF2B5EF4-FFF2-40B4-BE49-F238E27FC236}">
                  <a16:creationId xmlns:a16="http://schemas.microsoft.com/office/drawing/2014/main" id="{1AF23435-A9FF-4958-AAD2-BC57F32090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xão Reta 94">
              <a:extLst>
                <a:ext uri="{FF2B5EF4-FFF2-40B4-BE49-F238E27FC236}">
                  <a16:creationId xmlns:a16="http://schemas.microsoft.com/office/drawing/2014/main" id="{3B538E04-AA2E-459F-8D6B-7272BF9117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xão Reta 96">
              <a:extLst>
                <a:ext uri="{FF2B5EF4-FFF2-40B4-BE49-F238E27FC236}">
                  <a16:creationId xmlns:a16="http://schemas.microsoft.com/office/drawing/2014/main" id="{379A5921-876C-47AA-BF02-FADD423D79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xão Reta 98">
              <a:extLst>
                <a:ext uri="{FF2B5EF4-FFF2-40B4-BE49-F238E27FC236}">
                  <a16:creationId xmlns:a16="http://schemas.microsoft.com/office/drawing/2014/main" id="{9B30A0A8-B885-4ACC-A172-7A4408F0C0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3B7C7B2-16AE-4434-A8AD-0977BCB945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698" y="512299"/>
            <a:ext cx="10515600" cy="727388"/>
          </a:xfrm>
          <a:prstGeom prst="rect">
            <a:avLst/>
          </a:prstGeom>
        </p:spPr>
        <p:txBody>
          <a:bodyPr rtlCol="0"/>
          <a:lstStyle>
            <a:lvl1pPr>
              <a:defRPr lang="pt-PT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/>
              <a:t>Clique para adicionar um título</a:t>
            </a:r>
          </a:p>
        </p:txBody>
      </p:sp>
      <p:sp>
        <p:nvSpPr>
          <p:cNvPr id="121" name="Marcador de Posição do Texto 14">
            <a:extLst>
              <a:ext uri="{FF2B5EF4-FFF2-40B4-BE49-F238E27FC236}">
                <a16:creationId xmlns:a16="http://schemas.microsoft.com/office/drawing/2014/main" id="{53B0593C-E961-4FCF-8FFD-E10C0FD17B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92423" y="1780403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122" name="Marcador de Posição do Texto 14">
            <a:extLst>
              <a:ext uri="{FF2B5EF4-FFF2-40B4-BE49-F238E27FC236}">
                <a16:creationId xmlns:a16="http://schemas.microsoft.com/office/drawing/2014/main" id="{82A98F85-0B8A-4F76-813C-C9E7A0AD88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0668" y="1780403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123" name="Marcador de Posição do Texto 14">
            <a:extLst>
              <a:ext uri="{FF2B5EF4-FFF2-40B4-BE49-F238E27FC236}">
                <a16:creationId xmlns:a16="http://schemas.microsoft.com/office/drawing/2014/main" id="{0E645547-1191-4919-804B-D1DC905F36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07743" y="1780403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113" name="Marcador de Posição do Texto 14">
            <a:extLst>
              <a:ext uri="{FF2B5EF4-FFF2-40B4-BE49-F238E27FC236}">
                <a16:creationId xmlns:a16="http://schemas.microsoft.com/office/drawing/2014/main" id="{70437561-3145-4AA5-B5BF-FC2748828C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322" y="2436036"/>
            <a:ext cx="11942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lang="pt-PT" sz="18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Adicionar ano</a:t>
            </a:r>
          </a:p>
        </p:txBody>
      </p:sp>
      <p:sp>
        <p:nvSpPr>
          <p:cNvPr id="42" name="Marcador de Posição do Texto 14">
            <a:extLst>
              <a:ext uri="{FF2B5EF4-FFF2-40B4-BE49-F238E27FC236}">
                <a16:creationId xmlns:a16="http://schemas.microsoft.com/office/drawing/2014/main" id="{25924F20-2A98-40F8-8A1C-BF4BCDC2E9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540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43" name="Marcador de Posição do Texto 14">
            <a:extLst>
              <a:ext uri="{FF2B5EF4-FFF2-40B4-BE49-F238E27FC236}">
                <a16:creationId xmlns:a16="http://schemas.microsoft.com/office/drawing/2014/main" id="{DFA884F6-1E9E-4CB8-B4C3-3699E85DC2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481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44" name="Marcador de Posição do Texto 14">
            <a:extLst>
              <a:ext uri="{FF2B5EF4-FFF2-40B4-BE49-F238E27FC236}">
                <a16:creationId xmlns:a16="http://schemas.microsoft.com/office/drawing/2014/main" id="{7C52539B-C569-4941-87E7-C3EFCFA1B4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423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45" name="Marcador de Posição do Texto 14">
            <a:extLst>
              <a:ext uri="{FF2B5EF4-FFF2-40B4-BE49-F238E27FC236}">
                <a16:creationId xmlns:a16="http://schemas.microsoft.com/office/drawing/2014/main" id="{9B18D372-BEFC-4475-B0A5-A798E6CFD6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4364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46" name="Marcador de Posição do Texto 14">
            <a:extLst>
              <a:ext uri="{FF2B5EF4-FFF2-40B4-BE49-F238E27FC236}">
                <a16:creationId xmlns:a16="http://schemas.microsoft.com/office/drawing/2014/main" id="{19FE16DC-63F2-4A3D-A743-C8480AE39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306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47" name="Marcador de Posição do Texto 14">
            <a:extLst>
              <a:ext uri="{FF2B5EF4-FFF2-40B4-BE49-F238E27FC236}">
                <a16:creationId xmlns:a16="http://schemas.microsoft.com/office/drawing/2014/main" id="{23422F26-58EB-43A7-A33C-2ADBC2320C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2247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48" name="Marcador de Posição do Texto 14">
            <a:extLst>
              <a:ext uri="{FF2B5EF4-FFF2-40B4-BE49-F238E27FC236}">
                <a16:creationId xmlns:a16="http://schemas.microsoft.com/office/drawing/2014/main" id="{D9B50A50-093B-4DCA-929F-AF8AB169A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189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49" name="Marcador de Posição do Texto 14">
            <a:extLst>
              <a:ext uri="{FF2B5EF4-FFF2-40B4-BE49-F238E27FC236}">
                <a16:creationId xmlns:a16="http://schemas.microsoft.com/office/drawing/2014/main" id="{A60753DF-99A3-4BAF-AA47-4AD0BEAEAE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0130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50" name="Marcador de Posição do Texto 14">
            <a:extLst>
              <a:ext uri="{FF2B5EF4-FFF2-40B4-BE49-F238E27FC236}">
                <a16:creationId xmlns:a16="http://schemas.microsoft.com/office/drawing/2014/main" id="{470DC77E-070B-46BC-B95C-A323D9EEC9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072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51" name="Marcador de Posição do Texto 14">
            <a:extLst>
              <a:ext uri="{FF2B5EF4-FFF2-40B4-BE49-F238E27FC236}">
                <a16:creationId xmlns:a16="http://schemas.microsoft.com/office/drawing/2014/main" id="{E7D1C36D-258C-4B31-95BB-6C0127AEEA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8013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52" name="Marcador de Posição do Texto 14">
            <a:extLst>
              <a:ext uri="{FF2B5EF4-FFF2-40B4-BE49-F238E27FC236}">
                <a16:creationId xmlns:a16="http://schemas.microsoft.com/office/drawing/2014/main" id="{214A7064-793B-4F30-9A33-42069EF604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955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53" name="Marcador de Posição do Texto 14">
            <a:extLst>
              <a:ext uri="{FF2B5EF4-FFF2-40B4-BE49-F238E27FC236}">
                <a16:creationId xmlns:a16="http://schemas.microsoft.com/office/drawing/2014/main" id="{5868F5A5-3ED0-4C78-A557-F4B94B123D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58963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124" name="Marcador de Posição do Texto 14">
            <a:extLst>
              <a:ext uri="{FF2B5EF4-FFF2-40B4-BE49-F238E27FC236}">
                <a16:creationId xmlns:a16="http://schemas.microsoft.com/office/drawing/2014/main" id="{A727AB6E-B8DB-4DE5-BF92-3EDCA58B0C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92423" y="3563114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125" name="Marcador de Posição do Texto 14">
            <a:extLst>
              <a:ext uri="{FF2B5EF4-FFF2-40B4-BE49-F238E27FC236}">
                <a16:creationId xmlns:a16="http://schemas.microsoft.com/office/drawing/2014/main" id="{9E6A60C5-3054-4500-AE04-5766330FED6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39498" y="3563114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PT" sz="1400" b="1" cap="none" spc="0" baseline="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126" name="Marcador de Posição do Texto 14">
            <a:extLst>
              <a:ext uri="{FF2B5EF4-FFF2-40B4-BE49-F238E27FC236}">
                <a16:creationId xmlns:a16="http://schemas.microsoft.com/office/drawing/2014/main" id="{3984C0A5-C9AE-4249-8578-A0909B41B45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886573" y="3563114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114" name="Marcador de Posição do Texto 14">
            <a:extLst>
              <a:ext uri="{FF2B5EF4-FFF2-40B4-BE49-F238E27FC236}">
                <a16:creationId xmlns:a16="http://schemas.microsoft.com/office/drawing/2014/main" id="{4C9A8467-48EB-4C64-8A54-0526649B91A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322" y="4134112"/>
            <a:ext cx="11942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lang="pt-PT" sz="18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Adicionar ano</a:t>
            </a:r>
          </a:p>
        </p:txBody>
      </p:sp>
      <p:sp>
        <p:nvSpPr>
          <p:cNvPr id="66" name="Marcador de Posição do Texto 14">
            <a:extLst>
              <a:ext uri="{FF2B5EF4-FFF2-40B4-BE49-F238E27FC236}">
                <a16:creationId xmlns:a16="http://schemas.microsoft.com/office/drawing/2014/main" id="{11C267AB-B4C6-4059-B2A8-DCF715B29E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540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67" name="Marcador de Posição do Texto 14">
            <a:extLst>
              <a:ext uri="{FF2B5EF4-FFF2-40B4-BE49-F238E27FC236}">
                <a16:creationId xmlns:a16="http://schemas.microsoft.com/office/drawing/2014/main" id="{3BF85ABF-DD16-49D4-9DD2-C35A92EAFE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481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68" name="Marcador de Posição do Texto 14">
            <a:extLst>
              <a:ext uri="{FF2B5EF4-FFF2-40B4-BE49-F238E27FC236}">
                <a16:creationId xmlns:a16="http://schemas.microsoft.com/office/drawing/2014/main" id="{997C6187-BB2F-413C-AC7B-BBAA249AFD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423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69" name="Marcador de Posição do Texto 14">
            <a:extLst>
              <a:ext uri="{FF2B5EF4-FFF2-40B4-BE49-F238E27FC236}">
                <a16:creationId xmlns:a16="http://schemas.microsoft.com/office/drawing/2014/main" id="{96C1DC7A-93B1-4894-AD2D-AC636AC3DA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364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70" name="Marcador de Posição do Texto 14">
            <a:extLst>
              <a:ext uri="{FF2B5EF4-FFF2-40B4-BE49-F238E27FC236}">
                <a16:creationId xmlns:a16="http://schemas.microsoft.com/office/drawing/2014/main" id="{872C35DC-A640-4C27-A87F-380E7440F3F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3306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71" name="Marcador de Posição do Texto 14">
            <a:extLst>
              <a:ext uri="{FF2B5EF4-FFF2-40B4-BE49-F238E27FC236}">
                <a16:creationId xmlns:a16="http://schemas.microsoft.com/office/drawing/2014/main" id="{02969206-EA35-4C29-B0EB-3FF5636A8A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2247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72" name="Marcador de Posição do Texto 14">
            <a:extLst>
              <a:ext uri="{FF2B5EF4-FFF2-40B4-BE49-F238E27FC236}">
                <a16:creationId xmlns:a16="http://schemas.microsoft.com/office/drawing/2014/main" id="{79B642F3-327B-4AF1-85D8-5BE8BA286A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1189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73" name="Marcador de Posição do Texto 14">
            <a:extLst>
              <a:ext uri="{FF2B5EF4-FFF2-40B4-BE49-F238E27FC236}">
                <a16:creationId xmlns:a16="http://schemas.microsoft.com/office/drawing/2014/main" id="{0D45BD78-6B19-4D6A-A164-2017ABC7836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0130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74" name="Marcador de Posição do Texto 14">
            <a:extLst>
              <a:ext uri="{FF2B5EF4-FFF2-40B4-BE49-F238E27FC236}">
                <a16:creationId xmlns:a16="http://schemas.microsoft.com/office/drawing/2014/main" id="{494676D6-C880-49A1-B83E-2D632934D6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9072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75" name="Marcador de Posição do Texto 14">
            <a:extLst>
              <a:ext uri="{FF2B5EF4-FFF2-40B4-BE49-F238E27FC236}">
                <a16:creationId xmlns:a16="http://schemas.microsoft.com/office/drawing/2014/main" id="{0C07048D-5DEB-4348-8A16-DB77BE4909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8013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76" name="Marcador de Posição do Texto 14">
            <a:extLst>
              <a:ext uri="{FF2B5EF4-FFF2-40B4-BE49-F238E27FC236}">
                <a16:creationId xmlns:a16="http://schemas.microsoft.com/office/drawing/2014/main" id="{DCED3D6A-EF8C-4F42-B23B-30ED2C33EA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955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77" name="Marcador de Posição do Texto 14">
            <a:extLst>
              <a:ext uri="{FF2B5EF4-FFF2-40B4-BE49-F238E27FC236}">
                <a16:creationId xmlns:a16="http://schemas.microsoft.com/office/drawing/2014/main" id="{E966B469-8508-4732-8A0A-58429BD0E7B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58963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97A40874-7B89-4A5D-9562-21D6994C3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4391183"/>
            <a:ext cx="8510121" cy="0"/>
            <a:chOff x="1504814" y="2488864"/>
            <a:chExt cx="8510121" cy="0"/>
          </a:xfrm>
        </p:grpSpPr>
        <p:cxnSp>
          <p:nvCxnSpPr>
            <p:cNvPr id="102" name="Conexão Reta 101">
              <a:extLst>
                <a:ext uri="{FF2B5EF4-FFF2-40B4-BE49-F238E27FC236}">
                  <a16:creationId xmlns:a16="http://schemas.microsoft.com/office/drawing/2014/main" id="{32860379-5BA3-4D4F-BAC0-C7783F7552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xão Reta 102">
              <a:extLst>
                <a:ext uri="{FF2B5EF4-FFF2-40B4-BE49-F238E27FC236}">
                  <a16:creationId xmlns:a16="http://schemas.microsoft.com/office/drawing/2014/main" id="{DF221EBE-F43A-48CE-8E3D-D0777E2424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xão Reta 103">
              <a:extLst>
                <a:ext uri="{FF2B5EF4-FFF2-40B4-BE49-F238E27FC236}">
                  <a16:creationId xmlns:a16="http://schemas.microsoft.com/office/drawing/2014/main" id="{C70DFAA8-4E1B-45F7-B640-2C00AAC6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xão Reta 104">
              <a:extLst>
                <a:ext uri="{FF2B5EF4-FFF2-40B4-BE49-F238E27FC236}">
                  <a16:creationId xmlns:a16="http://schemas.microsoft.com/office/drawing/2014/main" id="{067A42DA-2625-4CA8-AEC6-2FBCF01A92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xão Reta 105">
              <a:extLst>
                <a:ext uri="{FF2B5EF4-FFF2-40B4-BE49-F238E27FC236}">
                  <a16:creationId xmlns:a16="http://schemas.microsoft.com/office/drawing/2014/main" id="{89B3F7FF-9011-4E3D-9DA2-C144F9B7A5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exão Reta 106">
              <a:extLst>
                <a:ext uri="{FF2B5EF4-FFF2-40B4-BE49-F238E27FC236}">
                  <a16:creationId xmlns:a16="http://schemas.microsoft.com/office/drawing/2014/main" id="{30EEA406-B4BE-4A22-9879-A86700556B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exão Reta 107">
              <a:extLst>
                <a:ext uri="{FF2B5EF4-FFF2-40B4-BE49-F238E27FC236}">
                  <a16:creationId xmlns:a16="http://schemas.microsoft.com/office/drawing/2014/main" id="{F5F5190B-A9FA-4925-81A3-8AF19F7093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exão Reta 108">
              <a:extLst>
                <a:ext uri="{FF2B5EF4-FFF2-40B4-BE49-F238E27FC236}">
                  <a16:creationId xmlns:a16="http://schemas.microsoft.com/office/drawing/2014/main" id="{93F58E8B-B6D9-46C2-95B1-755AD7B028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exão Reta 109">
              <a:extLst>
                <a:ext uri="{FF2B5EF4-FFF2-40B4-BE49-F238E27FC236}">
                  <a16:creationId xmlns:a16="http://schemas.microsoft.com/office/drawing/2014/main" id="{46BED819-4195-456A-8507-0CC09BDCFE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xão Reta 110">
              <a:extLst>
                <a:ext uri="{FF2B5EF4-FFF2-40B4-BE49-F238E27FC236}">
                  <a16:creationId xmlns:a16="http://schemas.microsoft.com/office/drawing/2014/main" id="{23541D3E-8275-4522-81E7-C83B829D83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xão Reta 111">
              <a:extLst>
                <a:ext uri="{FF2B5EF4-FFF2-40B4-BE49-F238E27FC236}">
                  <a16:creationId xmlns:a16="http://schemas.microsoft.com/office/drawing/2014/main" id="{6CD34DF1-D500-4560-A303-92050A8112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Marcador de Posição do Rodapé 15">
            <a:extLst>
              <a:ext uri="{FF2B5EF4-FFF2-40B4-BE49-F238E27FC236}">
                <a16:creationId xmlns:a16="http://schemas.microsoft.com/office/drawing/2014/main" id="{47D7FFC8-D319-4F8D-9F95-39BB21C0E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13" name="Marcador de Posição do Número do Diapositivo 16">
            <a:extLst>
              <a:ext uri="{FF2B5EF4-FFF2-40B4-BE49-F238E27FC236}">
                <a16:creationId xmlns:a16="http://schemas.microsoft.com/office/drawing/2014/main" id="{8DDD48EC-9DE8-4C43-881A-2597A1DDE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14" name="Marcador de Posição da Data 14">
            <a:extLst>
              <a:ext uri="{FF2B5EF4-FFF2-40B4-BE49-F238E27FC236}">
                <a16:creationId xmlns:a16="http://schemas.microsoft.com/office/drawing/2014/main" id="{650B4D37-2FE8-4F27-8951-CF9D947DB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548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ç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áfico 17">
            <a:extLst>
              <a:ext uri="{FF2B5EF4-FFF2-40B4-BE49-F238E27FC236}">
                <a16:creationId xmlns:a16="http://schemas.microsoft.com/office/drawing/2014/main" id="{0ADA1982-C216-4747-ACCC-39BC3F5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FCD2AA7-E8A5-43C8-A284-AB4951189D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949" y="527542"/>
            <a:ext cx="6922876" cy="687834"/>
          </a:xfrm>
          <a:prstGeom prst="rect">
            <a:avLst/>
          </a:prstGeom>
        </p:spPr>
        <p:txBody>
          <a:bodyPr rtlCol="0"/>
          <a:lstStyle>
            <a:lvl1pPr>
              <a:defRPr lang="pt-PT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1D681FF-F6BE-41D5-AE6C-B4110384B0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3738" y="1128713"/>
            <a:ext cx="7654925" cy="5068887"/>
          </a:xfrm>
          <a:prstGeom prst="rect">
            <a:avLst/>
          </a:prstGeom>
        </p:spPr>
        <p:txBody>
          <a:bodyPr rtlCol="0"/>
          <a:lstStyle>
            <a:lvl1pPr>
              <a:defRPr lang="pt-PT">
                <a:solidFill>
                  <a:schemeClr val="bg1"/>
                </a:solidFill>
                <a:latin typeface="Calibri Light" panose="020F0302020204030204" pitchFamily="34" charset="0"/>
              </a:defRPr>
            </a:lvl1pPr>
            <a:lvl2pPr>
              <a:defRPr lang="pt-PT">
                <a:solidFill>
                  <a:schemeClr val="bg1"/>
                </a:solidFill>
                <a:latin typeface="Calibri Light" panose="020F0302020204030204" pitchFamily="34" charset="0"/>
              </a:defRPr>
            </a:lvl2pPr>
            <a:lvl3pPr>
              <a:defRPr lang="pt-PT">
                <a:solidFill>
                  <a:schemeClr val="bg1"/>
                </a:solidFill>
                <a:latin typeface="Calibri Light" panose="020F0302020204030204" pitchFamily="34" charset="0"/>
              </a:defRPr>
            </a:lvl3pPr>
            <a:lvl4pPr>
              <a:defRPr lang="pt-PT">
                <a:solidFill>
                  <a:schemeClr val="bg1"/>
                </a:solidFill>
                <a:latin typeface="Calibri Light" panose="020F0302020204030204" pitchFamily="34" charset="0"/>
              </a:defRPr>
            </a:lvl4pPr>
            <a:lvl5pPr>
              <a:defRPr lang="pt-PT">
                <a:solidFill>
                  <a:schemeClr val="bg1"/>
                </a:solidFill>
                <a:latin typeface="Calibri Light" panose="020F0302020204030204" pitchFamily="34" charset="0"/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12" name="Marcador de Posição do Rodapé 15">
            <a:extLst>
              <a:ext uri="{FF2B5EF4-FFF2-40B4-BE49-F238E27FC236}">
                <a16:creationId xmlns:a16="http://schemas.microsoft.com/office/drawing/2014/main" id="{A60E8AF0-85D7-4035-8301-57B3B4977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13" name="Marcador de Posição do Número do Diapositivo 16">
            <a:extLst>
              <a:ext uri="{FF2B5EF4-FFF2-40B4-BE49-F238E27FC236}">
                <a16:creationId xmlns:a16="http://schemas.microsoft.com/office/drawing/2014/main" id="{481785BD-DC42-4BBE-8C62-BCE6F0EA4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14" name="Marcador de Posição da Data 14">
            <a:extLst>
              <a:ext uri="{FF2B5EF4-FFF2-40B4-BE49-F238E27FC236}">
                <a16:creationId xmlns:a16="http://schemas.microsoft.com/office/drawing/2014/main" id="{E7886D57-8CCD-43A4-AA49-E96D2EE3E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791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heça a Equipa - 4 Pesso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6F8B9974-85ED-46AA-8617-AC54C84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B6F28C4-DD1C-4E63-87E8-D76D85414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858" y="2433312"/>
            <a:ext cx="1939480" cy="2115505"/>
          </a:xfrm>
          <a:prstGeom prst="rect">
            <a:avLst/>
          </a:prstGeom>
        </p:spPr>
        <p:txBody>
          <a:bodyPr rtlCol="0" anchor="ctr"/>
          <a:lstStyle>
            <a:lvl1pPr algn="ctr">
              <a:defRPr lang="pt-PT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14" name="Marcador de Posição da Imagem 9">
            <a:extLst>
              <a:ext uri="{FF2B5EF4-FFF2-40B4-BE49-F238E27FC236}">
                <a16:creationId xmlns:a16="http://schemas.microsoft.com/office/drawing/2014/main" id="{3987B23C-61B9-4A48-AD36-5E284812C4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88220" y="2599422"/>
            <a:ext cx="1502806" cy="150280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PT" sz="24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 dirty="0"/>
              <a:t>Clique para adicionar uma fotografia</a:t>
            </a:r>
          </a:p>
        </p:txBody>
      </p:sp>
      <p:sp>
        <p:nvSpPr>
          <p:cNvPr id="10" name="Marcador de Posição da Imagem 9">
            <a:extLst>
              <a:ext uri="{FF2B5EF4-FFF2-40B4-BE49-F238E27FC236}">
                <a16:creationId xmlns:a16="http://schemas.microsoft.com/office/drawing/2014/main" id="{CCBD4661-3D71-432B-9308-D2D085BDDD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0425" y="2599420"/>
            <a:ext cx="1502806" cy="150280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PT" sz="24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 dirty="0"/>
              <a:t>Clique para adicionar uma fotografia</a:t>
            </a:r>
          </a:p>
        </p:txBody>
      </p:sp>
      <p:sp>
        <p:nvSpPr>
          <p:cNvPr id="17" name="Marcador de Posição da Imagem 9">
            <a:extLst>
              <a:ext uri="{FF2B5EF4-FFF2-40B4-BE49-F238E27FC236}">
                <a16:creationId xmlns:a16="http://schemas.microsoft.com/office/drawing/2014/main" id="{F89712B5-4C74-4247-B444-43F116D582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91629" y="2599420"/>
            <a:ext cx="1502806" cy="150280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PT" sz="24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 dirty="0"/>
              <a:t>Clique para adicionar uma fotografia</a:t>
            </a:r>
          </a:p>
        </p:txBody>
      </p:sp>
      <p:sp>
        <p:nvSpPr>
          <p:cNvPr id="16" name="Marcador de Posição da Imagem 9">
            <a:extLst>
              <a:ext uri="{FF2B5EF4-FFF2-40B4-BE49-F238E27FC236}">
                <a16:creationId xmlns:a16="http://schemas.microsoft.com/office/drawing/2014/main" id="{33EE5A9D-21AC-4735-98D7-42551FA2C58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87443" y="2599420"/>
            <a:ext cx="1502806" cy="150280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PT" sz="24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 dirty="0"/>
              <a:t>Clique para adicionar uma fotografia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DBA775-4308-4BDB-B966-8167F3D0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75041" y="2486242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DDB0B0-BDCD-459F-AF20-19E1A721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7246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9A8E9D1-9673-42D1-A573-05CDC9EF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78450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2F851C1-89A7-44A6-8617-10C435FCD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4264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25" name="Marcador de Posição do Texto 14">
            <a:extLst>
              <a:ext uri="{FF2B5EF4-FFF2-40B4-BE49-F238E27FC236}">
                <a16:creationId xmlns:a16="http://schemas.microsoft.com/office/drawing/2014/main" id="{11C9BE46-D000-4DE5-8AD9-6BFAD927A0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443558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Adicionar Nome</a:t>
            </a:r>
          </a:p>
        </p:txBody>
      </p:sp>
      <p:sp>
        <p:nvSpPr>
          <p:cNvPr id="26" name="Marcador de Posição do Texto 14">
            <a:extLst>
              <a:ext uri="{FF2B5EF4-FFF2-40B4-BE49-F238E27FC236}">
                <a16:creationId xmlns:a16="http://schemas.microsoft.com/office/drawing/2014/main" id="{5773EC03-0830-4EAE-A7B0-38902833DC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4661551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PT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título</a:t>
            </a:r>
          </a:p>
        </p:txBody>
      </p:sp>
      <p:sp>
        <p:nvSpPr>
          <p:cNvPr id="27" name="Marcador de Posição do Texto 14">
            <a:extLst>
              <a:ext uri="{FF2B5EF4-FFF2-40B4-BE49-F238E27FC236}">
                <a16:creationId xmlns:a16="http://schemas.microsoft.com/office/drawing/2014/main" id="{32E4889E-0745-4713-90D8-432A681AFC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443558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Adicionar Nome</a:t>
            </a:r>
          </a:p>
        </p:txBody>
      </p:sp>
      <p:sp>
        <p:nvSpPr>
          <p:cNvPr id="28" name="Marcador de Posição do Texto 14">
            <a:extLst>
              <a:ext uri="{FF2B5EF4-FFF2-40B4-BE49-F238E27FC236}">
                <a16:creationId xmlns:a16="http://schemas.microsoft.com/office/drawing/2014/main" id="{BFD869E7-29DA-4FEB-AB84-1C1FC3ABAE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4661551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PT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título</a:t>
            </a:r>
          </a:p>
        </p:txBody>
      </p:sp>
      <p:sp>
        <p:nvSpPr>
          <p:cNvPr id="30" name="Marcador de Posição do Texto 14">
            <a:extLst>
              <a:ext uri="{FF2B5EF4-FFF2-40B4-BE49-F238E27FC236}">
                <a16:creationId xmlns:a16="http://schemas.microsoft.com/office/drawing/2014/main" id="{9E68119B-CDCA-4341-8772-2C5BF80B4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4435751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Adicionar Nome</a:t>
            </a:r>
          </a:p>
        </p:txBody>
      </p:sp>
      <p:sp>
        <p:nvSpPr>
          <p:cNvPr id="31" name="Marcador de Posição do Texto 14">
            <a:extLst>
              <a:ext uri="{FF2B5EF4-FFF2-40B4-BE49-F238E27FC236}">
                <a16:creationId xmlns:a16="http://schemas.microsoft.com/office/drawing/2014/main" id="{303A31BF-223A-44A5-84FD-7281FF2E4C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4661551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PT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título</a:t>
            </a:r>
          </a:p>
        </p:txBody>
      </p:sp>
      <p:sp>
        <p:nvSpPr>
          <p:cNvPr id="32" name="Marcador de Posição do Texto 14">
            <a:extLst>
              <a:ext uri="{FF2B5EF4-FFF2-40B4-BE49-F238E27FC236}">
                <a16:creationId xmlns:a16="http://schemas.microsoft.com/office/drawing/2014/main" id="{666E1F4A-0D75-4B8E-A181-DBEB50FB1D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443558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Adicionar Nome</a:t>
            </a:r>
          </a:p>
        </p:txBody>
      </p:sp>
      <p:sp>
        <p:nvSpPr>
          <p:cNvPr id="33" name="Marcador de Posição do Texto 14">
            <a:extLst>
              <a:ext uri="{FF2B5EF4-FFF2-40B4-BE49-F238E27FC236}">
                <a16:creationId xmlns:a16="http://schemas.microsoft.com/office/drawing/2014/main" id="{5EAE80D5-B799-4807-8F81-22C4218233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4661551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PT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título</a:t>
            </a:r>
          </a:p>
        </p:txBody>
      </p:sp>
      <p:sp>
        <p:nvSpPr>
          <p:cNvPr id="39" name="Marcador de Posição do Rodapé 15">
            <a:extLst>
              <a:ext uri="{FF2B5EF4-FFF2-40B4-BE49-F238E27FC236}">
                <a16:creationId xmlns:a16="http://schemas.microsoft.com/office/drawing/2014/main" id="{6F4437FE-F08F-4311-B53A-88E2B729B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40" name="Marcador de Posição do Número do Diapositivo 16">
            <a:extLst>
              <a:ext uri="{FF2B5EF4-FFF2-40B4-BE49-F238E27FC236}">
                <a16:creationId xmlns:a16="http://schemas.microsoft.com/office/drawing/2014/main" id="{D0901035-50AC-4DE0-9A34-AAA61EC10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41" name="Marcador de Posição da Data 14">
            <a:extLst>
              <a:ext uri="{FF2B5EF4-FFF2-40B4-BE49-F238E27FC236}">
                <a16:creationId xmlns:a16="http://schemas.microsoft.com/office/drawing/2014/main" id="{5FDD3145-ADE2-4744-AF2E-9C8074C85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445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heça a Equipa - 8 Pesso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8A79A51B-CC7A-4B36-B457-AF323638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E019BE9-6149-434A-B185-EE7434112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216" y="2375820"/>
            <a:ext cx="1939480" cy="2218499"/>
          </a:xfrm>
          <a:prstGeom prst="rect">
            <a:avLst/>
          </a:prstGeom>
        </p:spPr>
        <p:txBody>
          <a:bodyPr rtlCol="0" anchor="ctr"/>
          <a:lstStyle>
            <a:lvl1pPr algn="ctr">
              <a:lnSpc>
                <a:spcPct val="90000"/>
              </a:lnSpc>
              <a:spcBef>
                <a:spcPts val="1000"/>
              </a:spcBef>
              <a:defRPr lang="pt-PT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34" name="Marcador de Posição da Imagem 9">
            <a:extLst>
              <a:ext uri="{FF2B5EF4-FFF2-40B4-BE49-F238E27FC236}">
                <a16:creationId xmlns:a16="http://schemas.microsoft.com/office/drawing/2014/main" id="{18B0121B-CD0E-495B-9B36-4E88EA4A97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36339" y="1326925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PT"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 dirty="0"/>
              <a:t>Clique para adicionar uma fotografia</a:t>
            </a:r>
          </a:p>
        </p:txBody>
      </p:sp>
      <p:sp>
        <p:nvSpPr>
          <p:cNvPr id="81" name="Marcador de Posição da Imagem 9">
            <a:extLst>
              <a:ext uri="{FF2B5EF4-FFF2-40B4-BE49-F238E27FC236}">
                <a16:creationId xmlns:a16="http://schemas.microsoft.com/office/drawing/2014/main" id="{4508E76D-2071-4546-8DF2-405B38E2E27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209991" y="1326192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PT"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 dirty="0"/>
              <a:t>Clique para adicionar uma fotografia</a:t>
            </a:r>
          </a:p>
        </p:txBody>
      </p:sp>
      <p:sp>
        <p:nvSpPr>
          <p:cNvPr id="85" name="Marcador de Posição da Imagem 9">
            <a:extLst>
              <a:ext uri="{FF2B5EF4-FFF2-40B4-BE49-F238E27FC236}">
                <a16:creationId xmlns:a16="http://schemas.microsoft.com/office/drawing/2014/main" id="{D319C8D5-E3A6-45C8-8A64-1C1B70C90D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305041" y="1335752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PT"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 dirty="0"/>
              <a:t>Clique para adicionar uma fotografia</a:t>
            </a:r>
          </a:p>
        </p:txBody>
      </p:sp>
      <p:sp>
        <p:nvSpPr>
          <p:cNvPr id="87" name="Marcador de Posição da Imagem 9">
            <a:extLst>
              <a:ext uri="{FF2B5EF4-FFF2-40B4-BE49-F238E27FC236}">
                <a16:creationId xmlns:a16="http://schemas.microsoft.com/office/drawing/2014/main" id="{01486F31-E79E-4E60-8749-B8036B3F09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384248" y="1326192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PT"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 dirty="0"/>
              <a:t>Clique para adicionar uma fotografia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139AA92-1781-41FF-9168-9F70B1CD9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6" y="1222122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41" name="Marcador de Posição do Texto 14">
            <a:extLst>
              <a:ext uri="{FF2B5EF4-FFF2-40B4-BE49-F238E27FC236}">
                <a16:creationId xmlns:a16="http://schemas.microsoft.com/office/drawing/2014/main" id="{5FE36F90-735E-43D7-854A-0347B80505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2972370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Adicionar Nome</a:t>
            </a:r>
          </a:p>
        </p:txBody>
      </p:sp>
      <p:sp>
        <p:nvSpPr>
          <p:cNvPr id="42" name="Marcador de Posição do Texto 14">
            <a:extLst>
              <a:ext uri="{FF2B5EF4-FFF2-40B4-BE49-F238E27FC236}">
                <a16:creationId xmlns:a16="http://schemas.microsoft.com/office/drawing/2014/main" id="{2D0125FE-7543-4B0C-8C50-D4F2949EE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3198338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PT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título</a:t>
            </a:r>
          </a:p>
        </p:txBody>
      </p:sp>
      <p:sp>
        <p:nvSpPr>
          <p:cNvPr id="43" name="Marcador de Posição do Texto 14">
            <a:extLst>
              <a:ext uri="{FF2B5EF4-FFF2-40B4-BE49-F238E27FC236}">
                <a16:creationId xmlns:a16="http://schemas.microsoft.com/office/drawing/2014/main" id="{839FFFF4-4A0D-40BD-B34D-CD03D03FBE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2972370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Adicionar Nome</a:t>
            </a:r>
          </a:p>
        </p:txBody>
      </p:sp>
      <p:sp>
        <p:nvSpPr>
          <p:cNvPr id="44" name="Marcador de Posição do Texto 14">
            <a:extLst>
              <a:ext uri="{FF2B5EF4-FFF2-40B4-BE49-F238E27FC236}">
                <a16:creationId xmlns:a16="http://schemas.microsoft.com/office/drawing/2014/main" id="{2697A53A-8491-4753-901E-02236DC0D5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3198338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PT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título</a:t>
            </a:r>
          </a:p>
        </p:txBody>
      </p:sp>
      <p:sp>
        <p:nvSpPr>
          <p:cNvPr id="45" name="Marcador de Posição do Texto 14">
            <a:extLst>
              <a:ext uri="{FF2B5EF4-FFF2-40B4-BE49-F238E27FC236}">
                <a16:creationId xmlns:a16="http://schemas.microsoft.com/office/drawing/2014/main" id="{A51D26D1-89AE-43E7-8F1B-E28B18019F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2972538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Adicionar Nome</a:t>
            </a:r>
          </a:p>
        </p:txBody>
      </p:sp>
      <p:sp>
        <p:nvSpPr>
          <p:cNvPr id="46" name="Marcador de Posição do Texto 14">
            <a:extLst>
              <a:ext uri="{FF2B5EF4-FFF2-40B4-BE49-F238E27FC236}">
                <a16:creationId xmlns:a16="http://schemas.microsoft.com/office/drawing/2014/main" id="{0191059F-A4F0-4F1C-8237-308B7AD3F9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3198338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PT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título</a:t>
            </a:r>
          </a:p>
        </p:txBody>
      </p:sp>
      <p:sp>
        <p:nvSpPr>
          <p:cNvPr id="47" name="Marcador de Posição do Texto 14">
            <a:extLst>
              <a:ext uri="{FF2B5EF4-FFF2-40B4-BE49-F238E27FC236}">
                <a16:creationId xmlns:a16="http://schemas.microsoft.com/office/drawing/2014/main" id="{CFCD3D62-2515-40AC-A8A1-F7786244B3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2972370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Adicionar Nome</a:t>
            </a:r>
          </a:p>
        </p:txBody>
      </p:sp>
      <p:sp>
        <p:nvSpPr>
          <p:cNvPr id="48" name="Marcador de Posição do Texto 14">
            <a:extLst>
              <a:ext uri="{FF2B5EF4-FFF2-40B4-BE49-F238E27FC236}">
                <a16:creationId xmlns:a16="http://schemas.microsoft.com/office/drawing/2014/main" id="{96332DF1-A140-4DDE-9D59-EEF6D503A8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3198338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PT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título</a:t>
            </a:r>
          </a:p>
        </p:txBody>
      </p:sp>
      <p:sp>
        <p:nvSpPr>
          <p:cNvPr id="97" name="Marcador de Posição da Imagem 9">
            <a:extLst>
              <a:ext uri="{FF2B5EF4-FFF2-40B4-BE49-F238E27FC236}">
                <a16:creationId xmlns:a16="http://schemas.microsoft.com/office/drawing/2014/main" id="{74EEDA10-EB71-4CAE-80C3-9C8B46E6DF0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136338" y="3967833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PT"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 dirty="0"/>
              <a:t>Clique para adicionar uma fotografia</a:t>
            </a:r>
          </a:p>
        </p:txBody>
      </p:sp>
      <p:sp>
        <p:nvSpPr>
          <p:cNvPr id="99" name="Marcador de Posição da Imagem 9">
            <a:extLst>
              <a:ext uri="{FF2B5EF4-FFF2-40B4-BE49-F238E27FC236}">
                <a16:creationId xmlns:a16="http://schemas.microsoft.com/office/drawing/2014/main" id="{B9B031BF-4314-4A3C-B53C-3958CC4E622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209990" y="3967100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PT"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 dirty="0"/>
              <a:t>Clique para adicionar uma fotografia</a:t>
            </a:r>
          </a:p>
        </p:txBody>
      </p:sp>
      <p:sp>
        <p:nvSpPr>
          <p:cNvPr id="101" name="Marcador de Posição da Imagem 9">
            <a:extLst>
              <a:ext uri="{FF2B5EF4-FFF2-40B4-BE49-F238E27FC236}">
                <a16:creationId xmlns:a16="http://schemas.microsoft.com/office/drawing/2014/main" id="{BC693B9A-3B30-4605-8EB8-2F155D0A4D7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305040" y="3976660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PT"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 dirty="0"/>
              <a:t>Clique para adicionar uma fotografia</a:t>
            </a:r>
          </a:p>
        </p:txBody>
      </p:sp>
      <p:sp>
        <p:nvSpPr>
          <p:cNvPr id="103" name="Marcador de Posição da Imagem 9">
            <a:extLst>
              <a:ext uri="{FF2B5EF4-FFF2-40B4-BE49-F238E27FC236}">
                <a16:creationId xmlns:a16="http://schemas.microsoft.com/office/drawing/2014/main" id="{B4CC215D-FD31-4423-900D-14FF4F457AF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384247" y="3967100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PT"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t-PT" dirty="0"/>
              <a:t>Clique para adicionar uma fotografia</a:t>
            </a:r>
          </a:p>
        </p:txBody>
      </p:sp>
      <p:sp>
        <p:nvSpPr>
          <p:cNvPr id="73" name="Marcador de Posição do Texto 14">
            <a:extLst>
              <a:ext uri="{FF2B5EF4-FFF2-40B4-BE49-F238E27FC236}">
                <a16:creationId xmlns:a16="http://schemas.microsoft.com/office/drawing/2014/main" id="{D4954E76-6CE5-4657-B73B-9875EBBEE0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96727" y="5587307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Adicionar Nome</a:t>
            </a:r>
          </a:p>
        </p:txBody>
      </p:sp>
      <p:sp>
        <p:nvSpPr>
          <p:cNvPr id="74" name="Marcador de Posição do Texto 14">
            <a:extLst>
              <a:ext uri="{FF2B5EF4-FFF2-40B4-BE49-F238E27FC236}">
                <a16:creationId xmlns:a16="http://schemas.microsoft.com/office/drawing/2014/main" id="{E361B92F-F111-450A-A880-C345037923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96865" y="5813275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PT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título</a:t>
            </a:r>
          </a:p>
        </p:txBody>
      </p:sp>
      <p:sp>
        <p:nvSpPr>
          <p:cNvPr id="75" name="Marcador de Posição do Texto 14">
            <a:extLst>
              <a:ext uri="{FF2B5EF4-FFF2-40B4-BE49-F238E27FC236}">
                <a16:creationId xmlns:a16="http://schemas.microsoft.com/office/drawing/2014/main" id="{375C0FEC-10E7-43EA-953F-8CB9B43D05D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98932" y="5587307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Adicionar Nome</a:t>
            </a:r>
          </a:p>
        </p:txBody>
      </p:sp>
      <p:sp>
        <p:nvSpPr>
          <p:cNvPr id="76" name="Marcador de Posição do Texto 14">
            <a:extLst>
              <a:ext uri="{FF2B5EF4-FFF2-40B4-BE49-F238E27FC236}">
                <a16:creationId xmlns:a16="http://schemas.microsoft.com/office/drawing/2014/main" id="{84B1D0A0-DE01-44D1-9B3D-C05DBE9FF7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99070" y="5813275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PT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título</a:t>
            </a:r>
          </a:p>
        </p:txBody>
      </p:sp>
      <p:sp>
        <p:nvSpPr>
          <p:cNvPr id="77" name="Marcador de Posição do Texto 14">
            <a:extLst>
              <a:ext uri="{FF2B5EF4-FFF2-40B4-BE49-F238E27FC236}">
                <a16:creationId xmlns:a16="http://schemas.microsoft.com/office/drawing/2014/main" id="{DB6914BB-9516-4473-A02F-1A325FA7EF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0136" y="5587475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Adicionar Nome</a:t>
            </a:r>
          </a:p>
        </p:txBody>
      </p:sp>
      <p:sp>
        <p:nvSpPr>
          <p:cNvPr id="78" name="Marcador de Posição do Texto 14">
            <a:extLst>
              <a:ext uri="{FF2B5EF4-FFF2-40B4-BE49-F238E27FC236}">
                <a16:creationId xmlns:a16="http://schemas.microsoft.com/office/drawing/2014/main" id="{FEE30418-F1D4-4D16-A984-FAA6CA0C74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00274" y="5813275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PT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título</a:t>
            </a:r>
          </a:p>
        </p:txBody>
      </p:sp>
      <p:sp>
        <p:nvSpPr>
          <p:cNvPr id="79" name="Marcador de Posição do Texto 14">
            <a:extLst>
              <a:ext uri="{FF2B5EF4-FFF2-40B4-BE49-F238E27FC236}">
                <a16:creationId xmlns:a16="http://schemas.microsoft.com/office/drawing/2014/main" id="{6D336D9D-1BA1-44AE-96D0-3ABDA2E02F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5950" y="5587307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PT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Adicionar Nome</a:t>
            </a:r>
          </a:p>
        </p:txBody>
      </p:sp>
      <p:sp>
        <p:nvSpPr>
          <p:cNvPr id="80" name="Marcador de Posição do Texto 14">
            <a:extLst>
              <a:ext uri="{FF2B5EF4-FFF2-40B4-BE49-F238E27FC236}">
                <a16:creationId xmlns:a16="http://schemas.microsoft.com/office/drawing/2014/main" id="{6CFC9B87-2AEB-414D-90C4-B7F8F4AA908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92018" y="5813275"/>
            <a:ext cx="1885515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PT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Adicionar título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DC42105-8FBF-4317-8822-399B1F79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8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4C80F9-E615-4699-A719-131E62011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8" y="123094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91882A0-07C5-40D6-9520-02882775B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5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42E90BB-F1EA-466F-939C-623189DF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5" y="3863030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BBFD36F-B307-4513-ABAD-4A02FF737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7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E69D0B1-6D57-4A70-9C3C-F3A072AAA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7" y="387185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5C6593C-7D72-47FB-AACE-F8848EAF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4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105" name="Marcador de Posição do Rodapé 15">
            <a:extLst>
              <a:ext uri="{FF2B5EF4-FFF2-40B4-BE49-F238E27FC236}">
                <a16:creationId xmlns:a16="http://schemas.microsoft.com/office/drawing/2014/main" id="{75E80FB1-82CC-4144-A899-130449B1A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TÍTULO DA APRESENTAÇÃO</a:t>
            </a:r>
          </a:p>
        </p:txBody>
      </p:sp>
      <p:sp>
        <p:nvSpPr>
          <p:cNvPr id="106" name="Marcador de Posição do Número do Diapositivo 16">
            <a:extLst>
              <a:ext uri="{FF2B5EF4-FFF2-40B4-BE49-F238E27FC236}">
                <a16:creationId xmlns:a16="http://schemas.microsoft.com/office/drawing/2014/main" id="{10233900-5A86-4114-B6F5-3A0EA053C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107" name="Marcador de Posição da Data 14">
            <a:extLst>
              <a:ext uri="{FF2B5EF4-FFF2-40B4-BE49-F238E27FC236}">
                <a16:creationId xmlns:a16="http://schemas.microsoft.com/office/drawing/2014/main" id="{FD1BC0B7-CAA7-4673-9A20-4EFEDC54F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BR" cap="all" dirty="0"/>
              <a:t>21 de maio de 20XX</a:t>
            </a:r>
          </a:p>
        </p:txBody>
      </p:sp>
    </p:spTree>
    <p:extLst>
      <p:ext uri="{BB962C8B-B14F-4D97-AF65-F5344CB8AC3E}">
        <p14:creationId xmlns:p14="http://schemas.microsoft.com/office/powerpoint/2010/main" val="18023333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áfico 49">
            <a:extLst>
              <a:ext uri="{FF2B5EF4-FFF2-40B4-BE49-F238E27FC236}">
                <a16:creationId xmlns:a16="http://schemas.microsoft.com/office/drawing/2014/main" id="{17DE9787-F8D7-4BBC-B3C0-144EEF473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B7F666A-7AF7-4FC6-99DD-E06ED83C2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1507" y="412356"/>
            <a:ext cx="5561556" cy="567670"/>
          </a:xfrm>
          <a:prstGeom prst="rect">
            <a:avLst/>
          </a:prstGeom>
        </p:spPr>
        <p:txBody>
          <a:bodyPr rtlCol="0"/>
          <a:lstStyle>
            <a:lvl1pPr algn="ctr">
              <a:defRPr lang="pt-PT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/>
              <a:t>Clique para adicionar um título</a:t>
            </a:r>
          </a:p>
        </p:txBody>
      </p:sp>
      <p:sp>
        <p:nvSpPr>
          <p:cNvPr id="45" name="Marcador de Posição do Texto 10">
            <a:extLst>
              <a:ext uri="{FF2B5EF4-FFF2-40B4-BE49-F238E27FC236}">
                <a16:creationId xmlns:a16="http://schemas.microsoft.com/office/drawing/2014/main" id="{F2A51B67-A536-47ED-9C35-D2A4CF043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0273" y="2216292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pt-PT" sz="4000" b="1" cap="all" spc="400" baseline="0">
                <a:solidFill>
                  <a:schemeClr val="accent5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Adicionar título</a:t>
            </a:r>
          </a:p>
        </p:txBody>
      </p:sp>
      <p:sp>
        <p:nvSpPr>
          <p:cNvPr id="49" name="Marcador de Posição do Texto 10">
            <a:extLst>
              <a:ext uri="{FF2B5EF4-FFF2-40B4-BE49-F238E27FC236}">
                <a16:creationId xmlns:a16="http://schemas.microsoft.com/office/drawing/2014/main" id="{22B9C39F-D011-4AC3-A4D5-F61A1CB365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13801" y="221629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PT" sz="4000" b="1" cap="all" spc="400" baseline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Adicionar título</a:t>
            </a:r>
          </a:p>
        </p:txBody>
      </p:sp>
      <p:sp>
        <p:nvSpPr>
          <p:cNvPr id="47" name="Marcador de Posição do Texto 10">
            <a:extLst>
              <a:ext uri="{FF2B5EF4-FFF2-40B4-BE49-F238E27FC236}">
                <a16:creationId xmlns:a16="http://schemas.microsoft.com/office/drawing/2014/main" id="{4ACDF114-02BD-4A37-9BE7-AA8094B7CD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7329" y="221629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PT" sz="4000" b="1" cap="all" spc="4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Adicionar título</a:t>
            </a:r>
          </a:p>
        </p:txBody>
      </p:sp>
      <p:sp>
        <p:nvSpPr>
          <p:cNvPr id="48" name="Marcador de Posição do Texto 10">
            <a:extLst>
              <a:ext uri="{FF2B5EF4-FFF2-40B4-BE49-F238E27FC236}">
                <a16:creationId xmlns:a16="http://schemas.microsoft.com/office/drawing/2014/main" id="{E3852728-C736-414F-BEC0-31AB3A704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80856" y="221629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PT" sz="4000" b="1" cap="all" spc="400" baseline="0">
                <a:solidFill>
                  <a:schemeClr val="accent3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Adicionar título</a:t>
            </a:r>
          </a:p>
        </p:txBody>
      </p:sp>
      <p:sp>
        <p:nvSpPr>
          <p:cNvPr id="37" name="Marcador de Posição do Texto 14">
            <a:extLst>
              <a:ext uri="{FF2B5EF4-FFF2-40B4-BE49-F238E27FC236}">
                <a16:creationId xmlns:a16="http://schemas.microsoft.com/office/drawing/2014/main" id="{6B731840-A0DA-423D-9AD1-D542C17BA9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026" y="392756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pt-PT" sz="1600" b="1" cap="none" spc="200" baseline="0">
                <a:solidFill>
                  <a:schemeClr val="accent5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 dirty="0"/>
              <a:t>Clique para adicionar um título</a:t>
            </a:r>
          </a:p>
        </p:txBody>
      </p:sp>
      <p:sp>
        <p:nvSpPr>
          <p:cNvPr id="38" name="Marcador de Posição do Texto 14">
            <a:extLst>
              <a:ext uri="{FF2B5EF4-FFF2-40B4-BE49-F238E27FC236}">
                <a16:creationId xmlns:a16="http://schemas.microsoft.com/office/drawing/2014/main" id="{1E47A2D3-1E75-488B-A7B8-CB951C8CF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026" y="451931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39" name="Marcador de Posição do Texto 14">
            <a:extLst>
              <a:ext uri="{FF2B5EF4-FFF2-40B4-BE49-F238E27FC236}">
                <a16:creationId xmlns:a16="http://schemas.microsoft.com/office/drawing/2014/main" id="{2D6ADA9B-155A-4D54-8FCB-993ADEDA7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8554" y="392756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pt-PT" sz="1600" b="1" cap="none" spc="200" baseline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um título</a:t>
            </a:r>
          </a:p>
        </p:txBody>
      </p:sp>
      <p:sp>
        <p:nvSpPr>
          <p:cNvPr id="40" name="Marcador de Posição do Texto 14">
            <a:extLst>
              <a:ext uri="{FF2B5EF4-FFF2-40B4-BE49-F238E27FC236}">
                <a16:creationId xmlns:a16="http://schemas.microsoft.com/office/drawing/2014/main" id="{EF3CF6C8-7D4D-4E50-B616-0431BD4830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8554" y="451931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41" name="Marcador de Posição do Texto 14">
            <a:extLst>
              <a:ext uri="{FF2B5EF4-FFF2-40B4-BE49-F238E27FC236}">
                <a16:creationId xmlns:a16="http://schemas.microsoft.com/office/drawing/2014/main" id="{1CDF49FC-54E3-44AE-A97C-193A25AD6C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2082" y="392756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pt-PT" sz="1600" b="1" cap="none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um título</a:t>
            </a:r>
          </a:p>
        </p:txBody>
      </p:sp>
      <p:sp>
        <p:nvSpPr>
          <p:cNvPr id="42" name="Marcador de Posição do Texto 14">
            <a:extLst>
              <a:ext uri="{FF2B5EF4-FFF2-40B4-BE49-F238E27FC236}">
                <a16:creationId xmlns:a16="http://schemas.microsoft.com/office/drawing/2014/main" id="{742DE5D9-5D04-4F7F-9F34-704818185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2082" y="451931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43" name="Marcador de Posição do Texto 14">
            <a:extLst>
              <a:ext uri="{FF2B5EF4-FFF2-40B4-BE49-F238E27FC236}">
                <a16:creationId xmlns:a16="http://schemas.microsoft.com/office/drawing/2014/main" id="{5F0B8140-B940-4531-9562-8D79015D94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95609" y="392756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pt-PT" sz="1600" b="1" cap="none" spc="200" baseline="0">
                <a:solidFill>
                  <a:schemeClr val="accent3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PT"/>
              <a:t>Clique para adicionar um título</a:t>
            </a:r>
          </a:p>
        </p:txBody>
      </p:sp>
      <p:sp>
        <p:nvSpPr>
          <p:cNvPr id="44" name="Marcador de Posição do Texto 14">
            <a:extLst>
              <a:ext uri="{FF2B5EF4-FFF2-40B4-BE49-F238E27FC236}">
                <a16:creationId xmlns:a16="http://schemas.microsoft.com/office/drawing/2014/main" id="{849CC034-065E-48F0-985D-B80C152002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95609" y="451931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PT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12" name="Marcador de Posição do Rodapé 15">
            <a:extLst>
              <a:ext uri="{FF2B5EF4-FFF2-40B4-BE49-F238E27FC236}">
                <a16:creationId xmlns:a16="http://schemas.microsoft.com/office/drawing/2014/main" id="{8035ED58-36EB-4147-BCAF-919ADD4DD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13" name="Marcador de Posição do Número do Diapositivo 16">
            <a:extLst>
              <a:ext uri="{FF2B5EF4-FFF2-40B4-BE49-F238E27FC236}">
                <a16:creationId xmlns:a16="http://schemas.microsoft.com/office/drawing/2014/main" id="{7D46932B-0FD6-4226-B251-4B8154612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14" name="Marcador de Posição da Data 14">
            <a:extLst>
              <a:ext uri="{FF2B5EF4-FFF2-40B4-BE49-F238E27FC236}">
                <a16:creationId xmlns:a16="http://schemas.microsoft.com/office/drawing/2014/main" id="{56763F7F-D8C0-4AC6-96D0-C445984C5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281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áfico 18">
            <a:extLst>
              <a:ext uri="{FF2B5EF4-FFF2-40B4-BE49-F238E27FC236}">
                <a16:creationId xmlns:a16="http://schemas.microsoft.com/office/drawing/2014/main" id="{03BA4599-9856-44E7-A2B6-2354614AF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A7B14DA-64F0-4FA7-9A51-F4DB18154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9441" y="1259911"/>
            <a:ext cx="5124189" cy="492302"/>
          </a:xfrm>
          <a:prstGeom prst="rect">
            <a:avLst/>
          </a:prstGeom>
        </p:spPr>
        <p:txBody>
          <a:bodyPr rtlCol="0"/>
          <a:lstStyle>
            <a:lvl1pPr>
              <a:defRPr lang="pt-PT" sz="2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17" name="Marcador de Posição do Texto 14">
            <a:extLst>
              <a:ext uri="{FF2B5EF4-FFF2-40B4-BE49-F238E27FC236}">
                <a16:creationId xmlns:a16="http://schemas.microsoft.com/office/drawing/2014/main" id="{DC4C8188-3DF6-4730-A43A-B789F03449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9441" y="1752212"/>
            <a:ext cx="4856479" cy="2413388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PT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texto</a:t>
            </a:r>
          </a:p>
        </p:txBody>
      </p:sp>
      <p:sp>
        <p:nvSpPr>
          <p:cNvPr id="13" name="Marcador de Posição do Rodapé 15">
            <a:extLst>
              <a:ext uri="{FF2B5EF4-FFF2-40B4-BE49-F238E27FC236}">
                <a16:creationId xmlns:a16="http://schemas.microsoft.com/office/drawing/2014/main" id="{E06D1BDE-6908-49BA-9900-53DFFF4B1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14" name="Marcador de Posição do Número do Diapositivo 16">
            <a:extLst>
              <a:ext uri="{FF2B5EF4-FFF2-40B4-BE49-F238E27FC236}">
                <a16:creationId xmlns:a16="http://schemas.microsoft.com/office/drawing/2014/main" id="{1C3470F5-DE33-49A4-AE82-D8EA10A4F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15" name="Marcador de Posição da Data 14">
            <a:extLst>
              <a:ext uri="{FF2B5EF4-FFF2-40B4-BE49-F238E27FC236}">
                <a16:creationId xmlns:a16="http://schemas.microsoft.com/office/drawing/2014/main" id="{63DCFC99-67D1-468A-8498-B3C1C90B4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407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FE551AED-617A-4A51-AA8F-586F3703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60DB23A-E569-444D-8607-FD404EEC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6850" y="563671"/>
            <a:ext cx="4989629" cy="2387771"/>
          </a:xfrm>
          <a:prstGeom prst="rect">
            <a:avLst/>
          </a:prstGeom>
        </p:spPr>
        <p:txBody>
          <a:bodyPr rtlCol="0" anchor="b"/>
          <a:lstStyle>
            <a:lvl1pPr algn="ctr">
              <a:defRPr lang="pt-PT" sz="4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PT" dirty="0"/>
              <a:t>Clique para adicionar um título</a:t>
            </a:r>
          </a:p>
        </p:txBody>
      </p:sp>
      <p:sp>
        <p:nvSpPr>
          <p:cNvPr id="10" name="Marcador de Posição do Texto 13">
            <a:extLst>
              <a:ext uri="{FF2B5EF4-FFF2-40B4-BE49-F238E27FC236}">
                <a16:creationId xmlns:a16="http://schemas.microsoft.com/office/drawing/2014/main" id="{72B0D3D1-FC7B-43D5-B514-082D63A90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6852" y="3531676"/>
            <a:ext cx="4989628" cy="1756576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pt-PT" sz="1800" i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t-PT" dirty="0"/>
              <a:t>Clique para adicionar um subtítulo</a:t>
            </a:r>
          </a:p>
        </p:txBody>
      </p:sp>
      <p:sp>
        <p:nvSpPr>
          <p:cNvPr id="12" name="Marcador de Posição do Rodapé 15">
            <a:extLst>
              <a:ext uri="{FF2B5EF4-FFF2-40B4-BE49-F238E27FC236}">
                <a16:creationId xmlns:a16="http://schemas.microsoft.com/office/drawing/2014/main" id="{CC2E4653-FDDE-4AC5-A23D-4269479A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dirty="0">
              <a:latin typeface="Century Gothic" panose="020B0502020202020204" pitchFamily="34" charset="0"/>
            </a:endParaRPr>
          </a:p>
        </p:txBody>
      </p:sp>
      <p:sp>
        <p:nvSpPr>
          <p:cNvPr id="13" name="Marcador de Posição do Número do Diapositivo 16">
            <a:extLst>
              <a:ext uri="{FF2B5EF4-FFF2-40B4-BE49-F238E27FC236}">
                <a16:creationId xmlns:a16="http://schemas.microsoft.com/office/drawing/2014/main" id="{C3F5CE00-2FB1-4930-8D2C-DB4DFDB2F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14" name="Marcador de Posição da Data 14">
            <a:extLst>
              <a:ext uri="{FF2B5EF4-FFF2-40B4-BE49-F238E27FC236}">
                <a16:creationId xmlns:a16="http://schemas.microsoft.com/office/drawing/2014/main" id="{2CEBC169-C2E2-4153-8A08-6B982C0D5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cap="all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88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Posição do Rodapé 15">
            <a:extLst>
              <a:ext uri="{FF2B5EF4-FFF2-40B4-BE49-F238E27FC236}">
                <a16:creationId xmlns:a16="http://schemas.microsoft.com/office/drawing/2014/main" id="{710F293A-37AC-4A72-A56D-2A65F8EA2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PT" dirty="0"/>
              <a:t>TÍTULO DA APRESENTAÇÃO</a:t>
            </a:r>
            <a:endParaRPr lang="pt-PT" b="1" dirty="0"/>
          </a:p>
        </p:txBody>
      </p:sp>
      <p:sp>
        <p:nvSpPr>
          <p:cNvPr id="14" name="Marcador de Posição do Número do Diapositivo 16">
            <a:extLst>
              <a:ext uri="{FF2B5EF4-FFF2-40B4-BE49-F238E27FC236}">
                <a16:creationId xmlns:a16="http://schemas.microsoft.com/office/drawing/2014/main" id="{EE0BB053-ED5B-47E1-ABB2-815094654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PT" sz="160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PT"/>
            </a:pPr>
            <a:fld id="{8D1FC6F8-0BCD-47E9-9C64-690771D9C143}" type="slidenum">
              <a:rPr lang="en-US" smtClean="0"/>
              <a:pPr>
                <a:defRPr lang="pt-PT"/>
              </a:pPr>
              <a:t>‹nº›</a:t>
            </a:fld>
            <a:endParaRPr lang="en-US" dirty="0"/>
          </a:p>
        </p:txBody>
      </p:sp>
      <p:sp>
        <p:nvSpPr>
          <p:cNvPr id="15" name="Marcador de Posição da Data 14">
            <a:extLst>
              <a:ext uri="{FF2B5EF4-FFF2-40B4-BE49-F238E27FC236}">
                <a16:creationId xmlns:a16="http://schemas.microsoft.com/office/drawing/2014/main" id="{790B7F12-A295-4495-AE4A-7640863C8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PT"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PT"/>
            </a:pPr>
            <a:r>
              <a:rPr lang="pt-PT" cap="all" dirty="0"/>
              <a:t>21 de maio de 20XX</a:t>
            </a:r>
            <a:endParaRPr lang="pt-PT" b="1" cap="all" dirty="0"/>
          </a:p>
        </p:txBody>
      </p:sp>
    </p:spTree>
    <p:extLst>
      <p:ext uri="{BB962C8B-B14F-4D97-AF65-F5344CB8AC3E}">
        <p14:creationId xmlns:p14="http://schemas.microsoft.com/office/powerpoint/2010/main" val="132235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PT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PT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PT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PT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28.jpeg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42.jpeg"/><Relationship Id="rId4" Type="http://schemas.openxmlformats.org/officeDocument/2006/relationships/image" Target="../media/image29.jpeg"/><Relationship Id="rId9" Type="http://schemas.openxmlformats.org/officeDocument/2006/relationships/image" Target="../media/image4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01C44412-AA84-403C-A202-EAB7F3C8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467" y="1891950"/>
            <a:ext cx="7964102" cy="1929505"/>
          </a:xfrm>
          <a:solidFill>
            <a:srgbClr val="2B0348"/>
          </a:solidFill>
        </p:spPr>
        <p:txBody>
          <a:bodyPr rtlCol="0"/>
          <a:lstStyle>
            <a:defPPr>
              <a:defRPr lang="pt-PT"/>
            </a:defPPr>
          </a:lstStyle>
          <a:p>
            <a:r>
              <a:rPr lang="pt-PT" sz="4000" dirty="0"/>
              <a:t>Sugestões de resolução de incidentes através do uso de </a:t>
            </a:r>
            <a:r>
              <a:rPr lang="pt-PT" sz="4000" dirty="0" err="1"/>
              <a:t>LLM's</a:t>
            </a:r>
            <a:endParaRPr lang="pt-PT" sz="4000" dirty="0"/>
          </a:p>
        </p:txBody>
      </p:sp>
      <p:sp>
        <p:nvSpPr>
          <p:cNvPr id="13" name="Marcador de Posição do Texto 12">
            <a:extLst>
              <a:ext uri="{FF2B5EF4-FFF2-40B4-BE49-F238E27FC236}">
                <a16:creationId xmlns:a16="http://schemas.microsoft.com/office/drawing/2014/main" id="{88D1462E-973D-4427-A664-EF751DF597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2971" y="3953477"/>
            <a:ext cx="4989628" cy="816022"/>
          </a:xfrm>
        </p:spPr>
        <p:txBody>
          <a:bodyPr rtlCol="0">
            <a:normAutofit/>
          </a:bodyPr>
          <a:lstStyle>
            <a:defPPr>
              <a:defRPr lang="pt-PT"/>
            </a:defPPr>
          </a:lstStyle>
          <a:p>
            <a:pPr rtl="0"/>
            <a:r>
              <a:rPr lang="pt-PT" dirty="0"/>
              <a:t>João Sousa, 1210631</a:t>
            </a:r>
          </a:p>
        </p:txBody>
      </p:sp>
      <p:pic>
        <p:nvPicPr>
          <p:cNvPr id="3" name="Imagem 2" descr="Uma imagem com Tipo de letra, texto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B959036C-354E-D261-D4A7-E95F4E6C8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7543"/>
            <a:ext cx="3081534" cy="117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33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902B08BC-9C43-35C5-0D89-53613EDD02FC}"/>
              </a:ext>
            </a:extLst>
          </p:cNvPr>
          <p:cNvSpPr/>
          <p:nvPr/>
        </p:nvSpPr>
        <p:spPr>
          <a:xfrm>
            <a:off x="0" y="-90435"/>
            <a:ext cx="12192000" cy="7023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16" name="Marcador de Posição da Imagem 115" descr="Um grupo de pessoas numa sala">
            <a:extLst>
              <a:ext uri="{FF2B5EF4-FFF2-40B4-BE49-F238E27FC236}">
                <a16:creationId xmlns:a16="http://schemas.microsoft.com/office/drawing/2014/main" id="{2F0ECB9B-426D-40BC-918A-2C82968A05C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63453" y="1433033"/>
            <a:ext cx="3527091" cy="3463540"/>
          </a:xfr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9974F0D-3C94-747B-1277-C42DE3356E70}"/>
              </a:ext>
            </a:extLst>
          </p:cNvPr>
          <p:cNvSpPr>
            <a:spLocks/>
          </p:cNvSpPr>
          <p:nvPr/>
        </p:nvSpPr>
        <p:spPr>
          <a:xfrm>
            <a:off x="1034661" y="3285588"/>
            <a:ext cx="4380100" cy="1196630"/>
          </a:xfrm>
          <a:prstGeom prst="rect">
            <a:avLst/>
          </a:prstGeom>
          <a:solidFill>
            <a:srgbClr val="2B0348"/>
          </a:solidFill>
          <a:ln>
            <a:solidFill>
              <a:srgbClr val="0BE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3" name="Imagem 2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79F38BFF-446E-4FE1-A29A-4DC5A5610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130" y="3378460"/>
            <a:ext cx="4190195" cy="1010885"/>
          </a:xfrm>
          <a:prstGeom prst="rect">
            <a:avLst/>
          </a:prstGeom>
        </p:spPr>
      </p:pic>
      <p:pic>
        <p:nvPicPr>
          <p:cNvPr id="18" name="Imagem 17" descr="Uma imagem com Saturação de cores, captura de ecrã, Azul elétrico, azul&#10;&#10;Os conteúdos gerados por IA podem estar incorretos.">
            <a:extLst>
              <a:ext uri="{FF2B5EF4-FFF2-40B4-BE49-F238E27FC236}">
                <a16:creationId xmlns:a16="http://schemas.microsoft.com/office/drawing/2014/main" id="{7DB29B81-0FE5-FE1B-A804-AB1B42AC6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3" y="464985"/>
            <a:ext cx="2038635" cy="6468378"/>
          </a:xfrm>
          <a:prstGeom prst="rect">
            <a:avLst/>
          </a:prstGeom>
        </p:spPr>
      </p:pic>
      <p:pic>
        <p:nvPicPr>
          <p:cNvPr id="20" name="Imagem 19" descr="Uma imagem com Saturação de cores, captura de ecrã, Gráficos, file&#10;&#10;Os conteúdos gerados por IA podem estar incorretos.">
            <a:extLst>
              <a:ext uri="{FF2B5EF4-FFF2-40B4-BE49-F238E27FC236}">
                <a16:creationId xmlns:a16="http://schemas.microsoft.com/office/drawing/2014/main" id="{E7711E57-99FB-001B-387A-DD1E098585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075" y="-90435"/>
            <a:ext cx="1295581" cy="5287113"/>
          </a:xfrm>
          <a:prstGeom prst="rect">
            <a:avLst/>
          </a:prstGeom>
        </p:spPr>
      </p:pic>
      <p:sp>
        <p:nvSpPr>
          <p:cNvPr id="11" name="Marcador de Posição do Número do Diapositivo 10">
            <a:extLst>
              <a:ext uri="{FF2B5EF4-FFF2-40B4-BE49-F238E27FC236}">
                <a16:creationId xmlns:a16="http://schemas.microsoft.com/office/drawing/2014/main" id="{122A69A8-1CA3-486A-A675-DB22FF0D4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fld id="{8D1FC6F8-0BCD-47E9-9C64-690771D9C143}" type="slidenum">
              <a:rPr lang="pt-PT" smtClean="0"/>
              <a:pPr/>
              <a:t>2</a:t>
            </a:fld>
            <a:endParaRPr lang="pt-PT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A2009634-952E-D65F-2051-1032C909D26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017" r="10011"/>
          <a:stretch>
            <a:fillRect/>
          </a:stretch>
        </p:blipFill>
        <p:spPr>
          <a:xfrm>
            <a:off x="770373" y="427696"/>
            <a:ext cx="10651253" cy="6054243"/>
          </a:xfrm>
          <a:prstGeom prst="rect">
            <a:avLst/>
          </a:prstGeom>
        </p:spPr>
      </p:pic>
      <p:sp>
        <p:nvSpPr>
          <p:cNvPr id="27" name="Título 26">
            <a:extLst>
              <a:ext uri="{FF2B5EF4-FFF2-40B4-BE49-F238E27FC236}">
                <a16:creationId xmlns:a16="http://schemas.microsoft.com/office/drawing/2014/main" id="{AC2324A2-9A57-4433-8C66-C17D1D27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30" y="1164014"/>
            <a:ext cx="4579970" cy="538038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Sobre a Empresa</a:t>
            </a:r>
          </a:p>
        </p:txBody>
      </p:sp>
      <p:sp>
        <p:nvSpPr>
          <p:cNvPr id="21" name="Marcador de Posição do Rodapé 2">
            <a:extLst>
              <a:ext uri="{FF2B5EF4-FFF2-40B4-BE49-F238E27FC236}">
                <a16:creationId xmlns:a16="http://schemas.microsoft.com/office/drawing/2014/main" id="{09109312-E8F7-14E2-B7F1-ECBDE12597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337925" y="1436545"/>
            <a:ext cx="3223511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Preparação da dissertação</a:t>
            </a:r>
          </a:p>
        </p:txBody>
      </p:sp>
      <p:sp>
        <p:nvSpPr>
          <p:cNvPr id="22" name="Marcador de Posição da Data 34">
            <a:extLst>
              <a:ext uri="{FF2B5EF4-FFF2-40B4-BE49-F238E27FC236}">
                <a16:creationId xmlns:a16="http://schemas.microsoft.com/office/drawing/2014/main" id="{550A139C-8B4A-F10F-008A-5BEA1B3C1E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625847" y="4970495"/>
            <a:ext cx="2647667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7 de janeiro de 2026</a:t>
            </a:r>
          </a:p>
        </p:txBody>
      </p:sp>
    </p:spTree>
    <p:extLst>
      <p:ext uri="{BB962C8B-B14F-4D97-AF65-F5344CB8AC3E}">
        <p14:creationId xmlns:p14="http://schemas.microsoft.com/office/powerpoint/2010/main" val="2184235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xão Reta 11">
            <a:extLst>
              <a:ext uri="{FF2B5EF4-FFF2-40B4-BE49-F238E27FC236}">
                <a16:creationId xmlns:a16="http://schemas.microsoft.com/office/drawing/2014/main" id="{82E4A9E0-B9B8-477E-BAB2-C435AE05A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668225" y="3143004"/>
            <a:ext cx="65900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4D367819-9C54-4A3B-90AC-2B4EEEBCC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5812" y="2670165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F42323A-F1D2-482E-AE8B-36FC42FCE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7740" y="2670165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D56C48C-948A-41FB-A293-F6907B59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42236" y="2670165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34" name="Título 33">
            <a:extLst>
              <a:ext uri="{FF2B5EF4-FFF2-40B4-BE49-F238E27FC236}">
                <a16:creationId xmlns:a16="http://schemas.microsoft.com/office/drawing/2014/main" id="{4BB0BCF4-9D20-4758-AE5E-FC431503F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11" y="760406"/>
            <a:ext cx="5424988" cy="57924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Contexto</a:t>
            </a:r>
          </a:p>
        </p:txBody>
      </p:sp>
      <p:sp>
        <p:nvSpPr>
          <p:cNvPr id="40" name="Marcador de Posição do Texto 39">
            <a:extLst>
              <a:ext uri="{FF2B5EF4-FFF2-40B4-BE49-F238E27FC236}">
                <a16:creationId xmlns:a16="http://schemas.microsoft.com/office/drawing/2014/main" id="{F09B50DC-B299-47D5-8FBF-8BB1F764A5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65511" y="3789663"/>
            <a:ext cx="2806280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Gestão de incidentes</a:t>
            </a:r>
          </a:p>
        </p:txBody>
      </p:sp>
      <p:sp>
        <p:nvSpPr>
          <p:cNvPr id="42" name="Marcador de Posição do Texto 41">
            <a:extLst>
              <a:ext uri="{FF2B5EF4-FFF2-40B4-BE49-F238E27FC236}">
                <a16:creationId xmlns:a16="http://schemas.microsoft.com/office/drawing/2014/main" id="{974545B8-60BB-4D0D-8EE6-4D20EFAB71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14520" y="3772711"/>
            <a:ext cx="2806280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Projetos críticos</a:t>
            </a:r>
          </a:p>
        </p:txBody>
      </p:sp>
      <p:sp>
        <p:nvSpPr>
          <p:cNvPr id="44" name="Marcador de Posição do Texto 43">
            <a:extLst>
              <a:ext uri="{FF2B5EF4-FFF2-40B4-BE49-F238E27FC236}">
                <a16:creationId xmlns:a16="http://schemas.microsoft.com/office/drawing/2014/main" id="{08BF14CB-16F9-4C81-89C6-D1803D9FF6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29892" y="3775223"/>
            <a:ext cx="2959513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 err="1"/>
              <a:t>Devops</a:t>
            </a:r>
            <a:endParaRPr lang="pt-PT" dirty="0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2E0E4B4A-B5D3-478E-8BA4-CF2034B52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337925" y="1436545"/>
            <a:ext cx="3223511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Preparação da dissertação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A7569EA-9732-4A17-BF57-C64DBC5B9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fld id="{8D1FC6F8-0BCD-47E9-9C64-690771D9C143}" type="slidenum">
              <a:rPr lang="pt-PT" smtClean="0"/>
              <a:pPr rtl="0"/>
              <a:t>3</a:t>
            </a:fld>
            <a:endParaRPr lang="pt-PT" dirty="0"/>
          </a:p>
        </p:txBody>
      </p:sp>
      <p:sp>
        <p:nvSpPr>
          <p:cNvPr id="35" name="Marcador de Posição da Data 34">
            <a:extLst>
              <a:ext uri="{FF2B5EF4-FFF2-40B4-BE49-F238E27FC236}">
                <a16:creationId xmlns:a16="http://schemas.microsoft.com/office/drawing/2014/main" id="{34FB5AB1-B6AF-48F2-8193-1762B2110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625847" y="4970495"/>
            <a:ext cx="2647667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7 de janeiro de 2026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5EB2FC54-BDCC-433E-9F5F-4479FEC4C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9077" y="2843430"/>
            <a:ext cx="599148" cy="599148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4F06236B-DDE6-47A9-8020-9F1D55DB8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0074" y="2843430"/>
            <a:ext cx="599148" cy="599148"/>
          </a:xfrm>
          <a:prstGeom prst="rect">
            <a:avLst/>
          </a:prstGeom>
        </p:spPr>
      </p:pic>
      <p:pic>
        <p:nvPicPr>
          <p:cNvPr id="5" name="Gráfico 4" descr="Carro elétrico destaque">
            <a:extLst>
              <a:ext uri="{FF2B5EF4-FFF2-40B4-BE49-F238E27FC236}">
                <a16:creationId xmlns:a16="http://schemas.microsoft.com/office/drawing/2014/main" id="{042DB786-A2DA-AB49-F9BA-D766119FEF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79658" y="2708754"/>
            <a:ext cx="761842" cy="76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226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CC5E1-F9B6-E6B6-2C46-4564E0DD7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09A43D10-4139-672B-639B-78027D0DA9C5}"/>
              </a:ext>
            </a:extLst>
          </p:cNvPr>
          <p:cNvSpPr/>
          <p:nvPr/>
        </p:nvSpPr>
        <p:spPr>
          <a:xfrm>
            <a:off x="0" y="-90435"/>
            <a:ext cx="12192000" cy="7023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16" name="Marcador de Posição da Imagem 115" descr="Um grupo de pessoas numa sala">
            <a:extLst>
              <a:ext uri="{FF2B5EF4-FFF2-40B4-BE49-F238E27FC236}">
                <a16:creationId xmlns:a16="http://schemas.microsoft.com/office/drawing/2014/main" id="{38E067EF-2F0F-A6E7-144F-EA76D0226F2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63453" y="1433033"/>
            <a:ext cx="3527091" cy="3463540"/>
          </a:xfr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1A5418A-CB9C-D345-419E-E4A37F9D5C29}"/>
              </a:ext>
            </a:extLst>
          </p:cNvPr>
          <p:cNvSpPr>
            <a:spLocks/>
          </p:cNvSpPr>
          <p:nvPr/>
        </p:nvSpPr>
        <p:spPr>
          <a:xfrm>
            <a:off x="1034661" y="3285588"/>
            <a:ext cx="4380100" cy="1196630"/>
          </a:xfrm>
          <a:prstGeom prst="rect">
            <a:avLst/>
          </a:prstGeom>
          <a:solidFill>
            <a:srgbClr val="2B0348"/>
          </a:solidFill>
          <a:ln>
            <a:solidFill>
              <a:srgbClr val="0BE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3" name="Imagem 2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AEAB2E72-6813-6398-45CA-F9CC389DC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130" y="3378460"/>
            <a:ext cx="4190195" cy="1010885"/>
          </a:xfrm>
          <a:prstGeom prst="rect">
            <a:avLst/>
          </a:prstGeom>
        </p:spPr>
      </p:pic>
      <p:pic>
        <p:nvPicPr>
          <p:cNvPr id="18" name="Imagem 17" descr="Uma imagem com Saturação de cores, captura de ecrã, Azul elétrico, azul&#10;&#10;Os conteúdos gerados por IA podem estar incorretos.">
            <a:extLst>
              <a:ext uri="{FF2B5EF4-FFF2-40B4-BE49-F238E27FC236}">
                <a16:creationId xmlns:a16="http://schemas.microsoft.com/office/drawing/2014/main" id="{4B6FD158-7577-1532-78B9-4954455321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3" y="464985"/>
            <a:ext cx="2038635" cy="6468378"/>
          </a:xfrm>
          <a:prstGeom prst="rect">
            <a:avLst/>
          </a:prstGeom>
        </p:spPr>
      </p:pic>
      <p:pic>
        <p:nvPicPr>
          <p:cNvPr id="20" name="Imagem 19" descr="Uma imagem com Saturação de cores, captura de ecrã, Gráficos, file&#10;&#10;Os conteúdos gerados por IA podem estar incorretos.">
            <a:extLst>
              <a:ext uri="{FF2B5EF4-FFF2-40B4-BE49-F238E27FC236}">
                <a16:creationId xmlns:a16="http://schemas.microsoft.com/office/drawing/2014/main" id="{D5F8A136-2724-91C7-9D32-C00F457E00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075" y="-90435"/>
            <a:ext cx="1295581" cy="5287113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999D2EA0-8CCB-ECD5-AFA3-32BBC350641C}"/>
              </a:ext>
            </a:extLst>
          </p:cNvPr>
          <p:cNvSpPr/>
          <p:nvPr/>
        </p:nvSpPr>
        <p:spPr>
          <a:xfrm>
            <a:off x="676920" y="596784"/>
            <a:ext cx="10838159" cy="61117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Marcador de Posição do Número do Diapositivo 10">
            <a:extLst>
              <a:ext uri="{FF2B5EF4-FFF2-40B4-BE49-F238E27FC236}">
                <a16:creationId xmlns:a16="http://schemas.microsoft.com/office/drawing/2014/main" id="{71531AE6-24E0-4513-9B8F-ADFC47C4C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fld id="{8D1FC6F8-0BCD-47E9-9C64-690771D9C143}" type="slidenum">
              <a:rPr lang="pt-PT" smtClean="0"/>
              <a:pPr rtl="0"/>
              <a:t>4</a:t>
            </a:fld>
            <a:endParaRPr lang="pt-PT" dirty="0"/>
          </a:p>
        </p:txBody>
      </p:sp>
      <p:sp>
        <p:nvSpPr>
          <p:cNvPr id="21" name="Marcador de Posição do Rodapé 2">
            <a:extLst>
              <a:ext uri="{FF2B5EF4-FFF2-40B4-BE49-F238E27FC236}">
                <a16:creationId xmlns:a16="http://schemas.microsoft.com/office/drawing/2014/main" id="{0A1A2487-D9E0-9029-1617-7FE3155BB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337925" y="1436545"/>
            <a:ext cx="3223511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Preparação da dissertação</a:t>
            </a:r>
          </a:p>
        </p:txBody>
      </p:sp>
      <p:sp>
        <p:nvSpPr>
          <p:cNvPr id="22" name="Marcador de Posição da Data 34">
            <a:extLst>
              <a:ext uri="{FF2B5EF4-FFF2-40B4-BE49-F238E27FC236}">
                <a16:creationId xmlns:a16="http://schemas.microsoft.com/office/drawing/2014/main" id="{4C98124B-4196-D720-70FE-E26FB3DF62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625847" y="4970495"/>
            <a:ext cx="2647667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7 de janeiro de 2026</a:t>
            </a:r>
          </a:p>
        </p:txBody>
      </p:sp>
      <p:pic>
        <p:nvPicPr>
          <p:cNvPr id="4" name="Imagem 3" descr="Uma imagem com texto, captura de ecrã, design&#10;&#10;Os conteúdos gerados por IA podem estar incorretos.">
            <a:extLst>
              <a:ext uri="{FF2B5EF4-FFF2-40B4-BE49-F238E27FC236}">
                <a16:creationId xmlns:a16="http://schemas.microsoft.com/office/drawing/2014/main" id="{A88B0724-C9E8-E50F-939A-C3C8A68A0B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920" y="596784"/>
            <a:ext cx="5498006" cy="4068676"/>
          </a:xfrm>
          <a:prstGeom prst="rect">
            <a:avLst/>
          </a:prstGeom>
        </p:spPr>
      </p:pic>
      <p:pic>
        <p:nvPicPr>
          <p:cNvPr id="7" name="Imagem 6" descr="Uma imagem com texto, captura de ecrã, diagrama, file&#10;&#10;Os conteúdos gerados por IA podem estar incorretos.">
            <a:extLst>
              <a:ext uri="{FF2B5EF4-FFF2-40B4-BE49-F238E27FC236}">
                <a16:creationId xmlns:a16="http://schemas.microsoft.com/office/drawing/2014/main" id="{2969135E-F11C-E0E4-529F-C2242F96C9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921" y="4178242"/>
            <a:ext cx="5498006" cy="2530290"/>
          </a:xfrm>
          <a:prstGeom prst="rect">
            <a:avLst/>
          </a:prstGeom>
        </p:spPr>
      </p:pic>
      <p:pic>
        <p:nvPicPr>
          <p:cNvPr id="9" name="Imagem 8" descr="Uma imagem com texto, captura de ecrã, software, Tipo de letra&#10;&#10;Os conteúdos gerados por IA podem estar incorretos.">
            <a:extLst>
              <a:ext uri="{FF2B5EF4-FFF2-40B4-BE49-F238E27FC236}">
                <a16:creationId xmlns:a16="http://schemas.microsoft.com/office/drawing/2014/main" id="{EC000B30-E8E0-7807-E92B-1AD1B17CCB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4926" y="888932"/>
            <a:ext cx="5183621" cy="2641112"/>
          </a:xfrm>
          <a:prstGeom prst="rect">
            <a:avLst/>
          </a:prstGeom>
        </p:spPr>
      </p:pic>
      <p:pic>
        <p:nvPicPr>
          <p:cNvPr id="12" name="Imagem 11" descr="Uma imagem com texto, captura de ecrã, software, Software de multimédia&#10;&#10;Os conteúdos gerados por IA podem estar incorretos.">
            <a:extLst>
              <a:ext uri="{FF2B5EF4-FFF2-40B4-BE49-F238E27FC236}">
                <a16:creationId xmlns:a16="http://schemas.microsoft.com/office/drawing/2014/main" id="{ABA4D254-2F17-4DA2-FB2D-9604DF0F20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9039" y="3523011"/>
            <a:ext cx="5171492" cy="2368456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3DC36EA9-9179-E159-A1F7-B6834392D43F}"/>
              </a:ext>
            </a:extLst>
          </p:cNvPr>
          <p:cNvSpPr/>
          <p:nvPr/>
        </p:nvSpPr>
        <p:spPr>
          <a:xfrm>
            <a:off x="2814143" y="162540"/>
            <a:ext cx="5757101" cy="710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Título 26">
            <a:extLst>
              <a:ext uri="{FF2B5EF4-FFF2-40B4-BE49-F238E27FC236}">
                <a16:creationId xmlns:a16="http://schemas.microsoft.com/office/drawing/2014/main" id="{C886AFE8-DDAB-57B7-51C6-D402E13F4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3471" y="334823"/>
            <a:ext cx="5397299" cy="538038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O que é um Incidente</a:t>
            </a:r>
          </a:p>
        </p:txBody>
      </p:sp>
    </p:spTree>
    <p:extLst>
      <p:ext uri="{BB962C8B-B14F-4D97-AF65-F5344CB8AC3E}">
        <p14:creationId xmlns:p14="http://schemas.microsoft.com/office/powerpoint/2010/main" val="1607297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ítulo 39">
            <a:extLst>
              <a:ext uri="{FF2B5EF4-FFF2-40B4-BE49-F238E27FC236}">
                <a16:creationId xmlns:a16="http://schemas.microsoft.com/office/drawing/2014/main" id="{38FEDDED-CB8D-43EC-BAB6-6DB72148B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218" y="690802"/>
            <a:ext cx="7209719" cy="575890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Problema</a:t>
            </a:r>
          </a:p>
        </p:txBody>
      </p:sp>
      <p:sp>
        <p:nvSpPr>
          <p:cNvPr id="76" name="Marcador de Posição do Texto 75">
            <a:extLst>
              <a:ext uri="{FF2B5EF4-FFF2-40B4-BE49-F238E27FC236}">
                <a16:creationId xmlns:a16="http://schemas.microsoft.com/office/drawing/2014/main" id="{E239EA0A-BE2A-46D5-876A-5614B0A7CF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47869" y="2565065"/>
            <a:ext cx="2190634" cy="348162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Sobrecarga</a:t>
            </a:r>
          </a:p>
        </p:txBody>
      </p:sp>
      <p:sp>
        <p:nvSpPr>
          <p:cNvPr id="77" name="Marcador de Posição do Texto 76">
            <a:extLst>
              <a:ext uri="{FF2B5EF4-FFF2-40B4-BE49-F238E27FC236}">
                <a16:creationId xmlns:a16="http://schemas.microsoft.com/office/drawing/2014/main" id="{92FDC44E-20CB-4210-8DA6-F83A46B395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47868" y="2858373"/>
            <a:ext cx="2190634" cy="925359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Duplicados ou demasiados</a:t>
            </a:r>
          </a:p>
        </p:txBody>
      </p:sp>
      <p:pic>
        <p:nvPicPr>
          <p:cNvPr id="43" name="Marcador de Posição da Imagem 42" descr="Moedas destaque">
            <a:extLst>
              <a:ext uri="{FF2B5EF4-FFF2-40B4-BE49-F238E27FC236}">
                <a16:creationId xmlns:a16="http://schemas.microsoft.com/office/drawing/2014/main" id="{68703471-66FD-4701-B79F-C054E717F5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214522" y="5054644"/>
            <a:ext cx="603504" cy="603504"/>
          </a:xfrm>
          <a:prstGeom prst="rect">
            <a:avLst/>
          </a:prstGeom>
        </p:spPr>
      </p:pic>
      <p:sp>
        <p:nvSpPr>
          <p:cNvPr id="97" name="Marcador de Posição do Texto 96">
            <a:extLst>
              <a:ext uri="{FF2B5EF4-FFF2-40B4-BE49-F238E27FC236}">
                <a16:creationId xmlns:a16="http://schemas.microsoft.com/office/drawing/2014/main" id="{1C9BBBD5-3078-4A97-8E7D-F5F839845B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00481" y="2568678"/>
            <a:ext cx="3823283" cy="348163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spc="100" dirty="0"/>
              <a:t>Experiência / Ambiente</a:t>
            </a:r>
          </a:p>
        </p:txBody>
      </p:sp>
      <p:sp>
        <p:nvSpPr>
          <p:cNvPr id="96" name="Marcador de Posição do Texto 95">
            <a:extLst>
              <a:ext uri="{FF2B5EF4-FFF2-40B4-BE49-F238E27FC236}">
                <a16:creationId xmlns:a16="http://schemas.microsoft.com/office/drawing/2014/main" id="{CDBDA856-8CC1-449E-B621-022F99358F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00481" y="2861988"/>
            <a:ext cx="3008630" cy="636682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Elementos inexperientes</a:t>
            </a:r>
          </a:p>
          <a:p>
            <a:pPr rtl="0"/>
            <a:r>
              <a:rPr lang="pt-PT" dirty="0"/>
              <a:t>Momentos de tensão/confusão</a:t>
            </a:r>
          </a:p>
        </p:txBody>
      </p:sp>
      <p:sp>
        <p:nvSpPr>
          <p:cNvPr id="99" name="Marcador de Posição do Texto 98">
            <a:extLst>
              <a:ext uri="{FF2B5EF4-FFF2-40B4-BE49-F238E27FC236}">
                <a16:creationId xmlns:a16="http://schemas.microsoft.com/office/drawing/2014/main" id="{3A32E54C-621B-48BA-A803-164046E2AE6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432656" y="2568679"/>
            <a:ext cx="2551328" cy="348162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Tempo de resposta</a:t>
            </a:r>
          </a:p>
        </p:txBody>
      </p:sp>
      <p:sp>
        <p:nvSpPr>
          <p:cNvPr id="98" name="Marcador de Posição do Texto 97">
            <a:extLst>
              <a:ext uri="{FF2B5EF4-FFF2-40B4-BE49-F238E27FC236}">
                <a16:creationId xmlns:a16="http://schemas.microsoft.com/office/drawing/2014/main" id="{01AED438-7299-4DC8-9DD9-BA1D41DA96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32655" y="2861988"/>
            <a:ext cx="2551327" cy="636682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Processo de análise e mitigação</a:t>
            </a:r>
          </a:p>
        </p:txBody>
      </p:sp>
      <p:pic>
        <p:nvPicPr>
          <p:cNvPr id="44" name="Marcador de Posição da Imagem 43" descr="ícone de duas pessoas a falar">
            <a:extLst>
              <a:ext uri="{FF2B5EF4-FFF2-40B4-BE49-F238E27FC236}">
                <a16:creationId xmlns:a16="http://schemas.microsoft.com/office/drawing/2014/main" id="{32FDE888-33A7-493E-A23F-0EAAB9E10952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5"/>
          <a:srcRect t="131" b="131"/>
          <a:stretch>
            <a:fillRect/>
          </a:stretch>
        </p:blipFill>
        <p:spPr>
          <a:xfrm>
            <a:off x="8096660" y="1810077"/>
            <a:ext cx="603504" cy="603504"/>
          </a:xfrm>
          <a:prstGeom prst="rect">
            <a:avLst/>
          </a:prstGeom>
        </p:spPr>
      </p:pic>
      <p:sp>
        <p:nvSpPr>
          <p:cNvPr id="101" name="Marcador de Posição do Texto 100">
            <a:extLst>
              <a:ext uri="{FF2B5EF4-FFF2-40B4-BE49-F238E27FC236}">
                <a16:creationId xmlns:a16="http://schemas.microsoft.com/office/drawing/2014/main" id="{9B8F2F1C-23A5-48F0-83ED-64D9A8A3E4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983982" y="4706482"/>
            <a:ext cx="3289932" cy="348162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Custos e Disponibilidade</a:t>
            </a:r>
          </a:p>
        </p:txBody>
      </p:sp>
      <p:sp>
        <p:nvSpPr>
          <p:cNvPr id="100" name="Marcador de Posição do Texto 99">
            <a:extLst>
              <a:ext uri="{FF2B5EF4-FFF2-40B4-BE49-F238E27FC236}">
                <a16:creationId xmlns:a16="http://schemas.microsoft.com/office/drawing/2014/main" id="{16B8F8D8-59B2-406F-94E0-04DFD90B8D0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983982" y="4999791"/>
            <a:ext cx="3008630" cy="636682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Serviços não disponíveis</a:t>
            </a:r>
          </a:p>
          <a:p>
            <a:pPr rtl="0"/>
            <a:r>
              <a:rPr lang="pt-PT" dirty="0"/>
              <a:t>Clientes insatisfeitos</a:t>
            </a:r>
          </a:p>
          <a:p>
            <a:pPr rtl="0"/>
            <a:endParaRPr lang="pt-PT" dirty="0"/>
          </a:p>
        </p:txBody>
      </p:sp>
      <p:sp>
        <p:nvSpPr>
          <p:cNvPr id="20" name="Marcador de Posição do Número do Diapositivo 19">
            <a:extLst>
              <a:ext uri="{FF2B5EF4-FFF2-40B4-BE49-F238E27FC236}">
                <a16:creationId xmlns:a16="http://schemas.microsoft.com/office/drawing/2014/main" id="{3DD70FC9-BBF2-4AF1-9A64-0FB921683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fld id="{8D1FC6F8-0BCD-47E9-9C64-690771D9C143}" type="slidenum">
              <a:rPr lang="pt-PT" smtClean="0"/>
              <a:pPr rtl="0"/>
              <a:t>5</a:t>
            </a:fld>
            <a:endParaRPr lang="pt-PT"/>
          </a:p>
        </p:txBody>
      </p:sp>
      <p:pic>
        <p:nvPicPr>
          <p:cNvPr id="2" name="Marcador de Posição da Imagem 93" descr="ícone de pilha de documentos">
            <a:extLst>
              <a:ext uri="{FF2B5EF4-FFF2-40B4-BE49-F238E27FC236}">
                <a16:creationId xmlns:a16="http://schemas.microsoft.com/office/drawing/2014/main" id="{4D49405A-CE38-FA59-D1EB-CD484177E5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447868" y="1810077"/>
            <a:ext cx="603504" cy="603504"/>
          </a:xfrm>
          <a:prstGeom prst="rect">
            <a:avLst/>
          </a:prstGeom>
        </p:spPr>
      </p:pic>
      <p:sp>
        <p:nvSpPr>
          <p:cNvPr id="5" name="Marcador de Posição do Rodapé 2">
            <a:extLst>
              <a:ext uri="{FF2B5EF4-FFF2-40B4-BE49-F238E27FC236}">
                <a16:creationId xmlns:a16="http://schemas.microsoft.com/office/drawing/2014/main" id="{4CE32FFA-ECCC-1832-B510-1C06D2B57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337925" y="1436545"/>
            <a:ext cx="3223511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Preparação da dissertação</a:t>
            </a:r>
          </a:p>
        </p:txBody>
      </p:sp>
      <p:sp>
        <p:nvSpPr>
          <p:cNvPr id="6" name="Marcador de Posição da Data 34">
            <a:extLst>
              <a:ext uri="{FF2B5EF4-FFF2-40B4-BE49-F238E27FC236}">
                <a16:creationId xmlns:a16="http://schemas.microsoft.com/office/drawing/2014/main" id="{883FC4F0-976F-B82A-34E7-A1620C3E68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625847" y="4970495"/>
            <a:ext cx="2647667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7 de janeiro de 2026</a:t>
            </a:r>
          </a:p>
        </p:txBody>
      </p:sp>
      <p:pic>
        <p:nvPicPr>
          <p:cNvPr id="10" name="Marcador de Posição da Imagem 9" descr="Cronómetro com preenchimento sólido">
            <a:extLst>
              <a:ext uri="{FF2B5EF4-FFF2-40B4-BE49-F238E27FC236}">
                <a16:creationId xmlns:a16="http://schemas.microsoft.com/office/drawing/2014/main" id="{6EC3D463-24DA-704C-454C-5FFD25A94690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2432655" y="1806202"/>
            <a:ext cx="603504" cy="603504"/>
          </a:xfrm>
        </p:spPr>
      </p:pic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B23D6353-B7E3-5712-5D31-F97CBE78843E}"/>
              </a:ext>
            </a:extLst>
          </p:cNvPr>
          <p:cNvCxnSpPr>
            <a:cxnSpLocks/>
          </p:cNvCxnSpPr>
          <p:nvPr/>
        </p:nvCxnSpPr>
        <p:spPr>
          <a:xfrm>
            <a:off x="4752040" y="3408109"/>
            <a:ext cx="997580" cy="95859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661E9FD4-7611-723E-400C-CE3DE51C1906}"/>
              </a:ext>
            </a:extLst>
          </p:cNvPr>
          <p:cNvCxnSpPr>
            <a:cxnSpLocks/>
          </p:cNvCxnSpPr>
          <p:nvPr/>
        </p:nvCxnSpPr>
        <p:spPr>
          <a:xfrm>
            <a:off x="6430468" y="3398863"/>
            <a:ext cx="0" cy="95859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exão reta unidirecional 15">
            <a:extLst>
              <a:ext uri="{FF2B5EF4-FFF2-40B4-BE49-F238E27FC236}">
                <a16:creationId xmlns:a16="http://schemas.microsoft.com/office/drawing/2014/main" id="{C602C427-045A-CA3C-4503-7985ED461317}"/>
              </a:ext>
            </a:extLst>
          </p:cNvPr>
          <p:cNvCxnSpPr>
            <a:cxnSpLocks/>
          </p:cNvCxnSpPr>
          <p:nvPr/>
        </p:nvCxnSpPr>
        <p:spPr>
          <a:xfrm flipH="1">
            <a:off x="7134095" y="3429000"/>
            <a:ext cx="858517" cy="937702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7FE51E02-50EB-4E26-B5E1-1B76B0D7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637" y="1617297"/>
            <a:ext cx="4719884" cy="580030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Objetivos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DAFBEEF-2BDC-48F9-ACA2-5A9324E7B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fld id="{8D1FC6F8-0BCD-47E9-9C64-690771D9C143}" type="slidenum">
              <a:rPr lang="pt-PT" smtClean="0"/>
              <a:pPr rtl="0"/>
              <a:t>6</a:t>
            </a:fld>
            <a:endParaRPr lang="pt-PT" dirty="0"/>
          </a:p>
        </p:txBody>
      </p:sp>
      <p:cxnSp>
        <p:nvCxnSpPr>
          <p:cNvPr id="34" name="Conexão Reta 11">
            <a:extLst>
              <a:ext uri="{FF2B5EF4-FFF2-40B4-BE49-F238E27FC236}">
                <a16:creationId xmlns:a16="http://schemas.microsoft.com/office/drawing/2014/main" id="{4C74F1E2-D14D-89A3-62D7-C87238DB6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668225" y="3685617"/>
            <a:ext cx="65900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19409947-FEE3-3D3E-9641-038C09185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5812" y="3212778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C4CF906-0FC7-D0FB-AFA5-E42B50902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7740" y="3212778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A7B7C50-5254-8980-6802-63A86DD9A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42236" y="3212778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38" name="Marcador de Posição do Texto 39">
            <a:extLst>
              <a:ext uri="{FF2B5EF4-FFF2-40B4-BE49-F238E27FC236}">
                <a16:creationId xmlns:a16="http://schemas.microsoft.com/office/drawing/2014/main" id="{AE2F7BC0-F3BC-3923-D724-C3A8EB3EA7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65511" y="4332276"/>
            <a:ext cx="2806280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Resumos de incidentes</a:t>
            </a:r>
          </a:p>
        </p:txBody>
      </p:sp>
      <p:pic>
        <p:nvPicPr>
          <p:cNvPr id="41" name="Gráfico 40" descr="Documento destaque">
            <a:extLst>
              <a:ext uri="{FF2B5EF4-FFF2-40B4-BE49-F238E27FC236}">
                <a16:creationId xmlns:a16="http://schemas.microsoft.com/office/drawing/2014/main" id="{60C96A3C-3C69-0B91-0661-F145AE78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69077" y="3386043"/>
            <a:ext cx="599148" cy="599148"/>
          </a:xfrm>
          <a:prstGeom prst="rect">
            <a:avLst/>
          </a:prstGeom>
        </p:spPr>
      </p:pic>
      <p:pic>
        <p:nvPicPr>
          <p:cNvPr id="42" name="Gráfico 41" descr="Lista destaque">
            <a:extLst>
              <a:ext uri="{FF2B5EF4-FFF2-40B4-BE49-F238E27FC236}">
                <a16:creationId xmlns:a16="http://schemas.microsoft.com/office/drawing/2014/main" id="{D4E28522-65C6-D2DD-BF9A-D41FF702B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110074" y="3386043"/>
            <a:ext cx="599148" cy="599148"/>
          </a:xfrm>
          <a:prstGeom prst="rect">
            <a:avLst/>
          </a:prstGeom>
        </p:spPr>
      </p:pic>
      <p:pic>
        <p:nvPicPr>
          <p:cNvPr id="43" name="Gráfico 42" descr="Inseto debaixo de uma lupa destaque">
            <a:extLst>
              <a:ext uri="{FF2B5EF4-FFF2-40B4-BE49-F238E27FC236}">
                <a16:creationId xmlns:a16="http://schemas.microsoft.com/office/drawing/2014/main" id="{DE76C821-E4D9-3882-A488-11398E3789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579658" y="3251367"/>
            <a:ext cx="761842" cy="761842"/>
          </a:xfrm>
          <a:prstGeom prst="rect">
            <a:avLst/>
          </a:prstGeom>
        </p:spPr>
      </p:pic>
      <p:sp>
        <p:nvSpPr>
          <p:cNvPr id="44" name="Marcador de Posição do Texto 39">
            <a:extLst>
              <a:ext uri="{FF2B5EF4-FFF2-40B4-BE49-F238E27FC236}">
                <a16:creationId xmlns:a16="http://schemas.microsoft.com/office/drawing/2014/main" id="{A24AAB31-7A70-790E-CA27-C1D3E4CD79E6}"/>
              </a:ext>
            </a:extLst>
          </p:cNvPr>
          <p:cNvSpPr txBox="1">
            <a:spLocks/>
          </p:cNvSpPr>
          <p:nvPr/>
        </p:nvSpPr>
        <p:spPr>
          <a:xfrm>
            <a:off x="4610121" y="4331261"/>
            <a:ext cx="2806280" cy="365125"/>
          </a:xfrm>
          <a:prstGeom prst="rect">
            <a:avLst/>
          </a:prstGeom>
        </p:spPr>
        <p:txBody>
          <a:bodyPr rtlCol="0"/>
          <a:lstStyle>
            <a:defPPr>
              <a:defRPr lang="pt-PT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PT" sz="1600" b="1" kern="1200" cap="none" spc="200" baseline="0">
                <a:solidFill>
                  <a:schemeClr val="accent6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Análise de registos</a:t>
            </a:r>
          </a:p>
        </p:txBody>
      </p:sp>
      <p:sp>
        <p:nvSpPr>
          <p:cNvPr id="45" name="Marcador de Posição do Texto 39">
            <a:extLst>
              <a:ext uri="{FF2B5EF4-FFF2-40B4-BE49-F238E27FC236}">
                <a16:creationId xmlns:a16="http://schemas.microsoft.com/office/drawing/2014/main" id="{1EE792DA-6A99-2740-A357-D3EAB1F3D1E0}"/>
              </a:ext>
            </a:extLst>
          </p:cNvPr>
          <p:cNvSpPr txBox="1">
            <a:spLocks/>
          </p:cNvSpPr>
          <p:nvPr/>
        </p:nvSpPr>
        <p:spPr>
          <a:xfrm>
            <a:off x="8092652" y="4331261"/>
            <a:ext cx="2806280" cy="365125"/>
          </a:xfrm>
          <a:prstGeom prst="rect">
            <a:avLst/>
          </a:prstGeom>
        </p:spPr>
        <p:txBody>
          <a:bodyPr rtlCol="0"/>
          <a:lstStyle>
            <a:defPPr>
              <a:defRPr lang="pt-PT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PT" sz="1600" b="1" kern="1200" cap="none" spc="200" baseline="0">
                <a:solidFill>
                  <a:schemeClr val="accent6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Sugestões de mitigação</a:t>
            </a:r>
          </a:p>
        </p:txBody>
      </p:sp>
      <p:sp>
        <p:nvSpPr>
          <p:cNvPr id="57" name="Marcador de Posição do Rodapé 2">
            <a:extLst>
              <a:ext uri="{FF2B5EF4-FFF2-40B4-BE49-F238E27FC236}">
                <a16:creationId xmlns:a16="http://schemas.microsoft.com/office/drawing/2014/main" id="{784B15E3-BEED-C08B-9AAC-A246BE077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337925" y="1436545"/>
            <a:ext cx="3223511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Preparação da dissertação</a:t>
            </a:r>
          </a:p>
        </p:txBody>
      </p:sp>
      <p:sp>
        <p:nvSpPr>
          <p:cNvPr id="58" name="Marcador de Posição da Data 34">
            <a:extLst>
              <a:ext uri="{FF2B5EF4-FFF2-40B4-BE49-F238E27FC236}">
                <a16:creationId xmlns:a16="http://schemas.microsoft.com/office/drawing/2014/main" id="{902CE50A-E556-EC47-FD14-9095646B8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625847" y="4970495"/>
            <a:ext cx="2647667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7 de janeiro de 2026</a:t>
            </a:r>
          </a:p>
        </p:txBody>
      </p:sp>
    </p:spTree>
    <p:extLst>
      <p:ext uri="{BB962C8B-B14F-4D97-AF65-F5344CB8AC3E}">
        <p14:creationId xmlns:p14="http://schemas.microsoft.com/office/powerpoint/2010/main" val="296110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944EF00-08F5-4EC2-87BC-9CA90D825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fld id="{8D1FC6F8-0BCD-47E9-9C64-690771D9C143}" type="slidenum">
              <a:rPr lang="pt-PT" smtClean="0"/>
              <a:pPr rtl="0"/>
              <a:t>7</a:t>
            </a:fld>
            <a:endParaRPr lang="pt-PT" dirty="0"/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0A2E0B21-F4ED-6119-16C3-B51133CEBC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0932290"/>
              </p:ext>
            </p:extLst>
          </p:nvPr>
        </p:nvGraphicFramePr>
        <p:xfrm>
          <a:off x="1105902" y="111989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ítulo 3">
            <a:extLst>
              <a:ext uri="{FF2B5EF4-FFF2-40B4-BE49-F238E27FC236}">
                <a16:creationId xmlns:a16="http://schemas.microsoft.com/office/drawing/2014/main" id="{17396DB7-8C7E-A5C6-0580-5E289B10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1609" y="323305"/>
            <a:ext cx="7740324" cy="667498"/>
          </a:xfrm>
        </p:spPr>
        <p:txBody>
          <a:bodyPr/>
          <a:lstStyle/>
          <a:p>
            <a:r>
              <a:rPr lang="pt-PT" dirty="0"/>
              <a:t>Metodologia de Investigação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641ABA5-B028-8FF3-1A66-0439178A725D}"/>
              </a:ext>
            </a:extLst>
          </p:cNvPr>
          <p:cNvSpPr txBox="1"/>
          <p:nvPr/>
        </p:nvSpPr>
        <p:spPr>
          <a:xfrm>
            <a:off x="3633362" y="1366756"/>
            <a:ext cx="560054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Como é que as ferramentas de </a:t>
            </a:r>
            <a:r>
              <a:rPr lang="pt-PT" sz="1400" i="1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Large</a:t>
            </a:r>
            <a:r>
              <a:rPr lang="pt-PT" sz="1400" i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PT" sz="1400" i="1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Language</a:t>
            </a:r>
            <a:r>
              <a:rPr lang="pt-PT" sz="1400" i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PT" sz="1400" i="1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Models</a:t>
            </a:r>
            <a:r>
              <a:rPr lang="pt-PT" sz="1400" i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podem melhorar a interpretação e análise de registos de incidentes de TI?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3A0E25E-B384-4254-738D-EBFFE0873571}"/>
              </a:ext>
            </a:extLst>
          </p:cNvPr>
          <p:cNvSpPr txBox="1"/>
          <p:nvPr/>
        </p:nvSpPr>
        <p:spPr>
          <a:xfrm>
            <a:off x="4748565" y="2410009"/>
            <a:ext cx="560054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Clarificar a pergunta</a:t>
            </a:r>
          </a:p>
          <a:p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Retirar Palavras-Chave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30F5880-E4C5-7520-CA3C-1B01371543EB}"/>
              </a:ext>
            </a:extLst>
          </p:cNvPr>
          <p:cNvSpPr txBox="1"/>
          <p:nvPr/>
        </p:nvSpPr>
        <p:spPr>
          <a:xfrm>
            <a:off x="5918479" y="3702074"/>
            <a:ext cx="560054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Termos de pesquisa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F61B622-BC32-A1D8-782C-BC117F1D368F}"/>
              </a:ext>
            </a:extLst>
          </p:cNvPr>
          <p:cNvSpPr txBox="1"/>
          <p:nvPr/>
        </p:nvSpPr>
        <p:spPr>
          <a:xfrm>
            <a:off x="7088125" y="4359286"/>
            <a:ext cx="4157939" cy="10464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Incluir: 	Conferências </a:t>
            </a:r>
            <a:r>
              <a:rPr lang="pt-PT" sz="1400" i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ICSE</a:t>
            </a:r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pt-PT" sz="1400" i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FSE</a:t>
            </a:r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 </a:t>
            </a:r>
            <a:r>
              <a:rPr lang="pt-PT" sz="1400" i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ASE</a:t>
            </a:r>
          </a:p>
          <a:p>
            <a:endParaRPr lang="pt-PT" sz="600" i="1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Excluir: 	Artigos antes de janeiro de 2020</a:t>
            </a:r>
          </a:p>
          <a:p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Artigos sem resumo</a:t>
            </a:r>
          </a:p>
          <a:p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Artigos duplicados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A15B9F2-AC97-56B5-C11C-9CB9DC0966A1}"/>
              </a:ext>
            </a:extLst>
          </p:cNvPr>
          <p:cNvSpPr txBox="1"/>
          <p:nvPr/>
        </p:nvSpPr>
        <p:spPr>
          <a:xfrm>
            <a:off x="8241322" y="5500660"/>
            <a:ext cx="2870505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Artigos totais: 145</a:t>
            </a:r>
          </a:p>
          <a:p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Artigos </a:t>
            </a:r>
            <a:r>
              <a:rPr lang="pt-PT" sz="1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deduplicados</a:t>
            </a:r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143 (-2)</a:t>
            </a:r>
          </a:p>
          <a:p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Artigos após exclusão: 67 (-76)</a:t>
            </a:r>
          </a:p>
          <a:p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Artigos incluídos: 36 (-31)</a:t>
            </a:r>
          </a:p>
          <a:p>
            <a:r>
              <a:rPr lang="pt-PT" sz="1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Artigos finais: 6</a:t>
            </a:r>
          </a:p>
        </p:txBody>
      </p:sp>
      <p:sp>
        <p:nvSpPr>
          <p:cNvPr id="32" name="Marcador de Posição do Rodapé 2">
            <a:extLst>
              <a:ext uri="{FF2B5EF4-FFF2-40B4-BE49-F238E27FC236}">
                <a16:creationId xmlns:a16="http://schemas.microsoft.com/office/drawing/2014/main" id="{D1848A2A-A434-9035-BD5E-C75018E70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337925" y="1436545"/>
            <a:ext cx="3223511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Preparação da dissertação</a:t>
            </a:r>
          </a:p>
        </p:txBody>
      </p:sp>
      <p:sp>
        <p:nvSpPr>
          <p:cNvPr id="33" name="Marcador de Posição da Data 34">
            <a:extLst>
              <a:ext uri="{FF2B5EF4-FFF2-40B4-BE49-F238E27FC236}">
                <a16:creationId xmlns:a16="http://schemas.microsoft.com/office/drawing/2014/main" id="{C025190A-9687-C2C1-1250-8EBA040F5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625847" y="4970495"/>
            <a:ext cx="2647667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7 de janeiro de 2026</a:t>
            </a:r>
          </a:p>
        </p:txBody>
      </p:sp>
    </p:spTree>
    <p:extLst>
      <p:ext uri="{BB962C8B-B14F-4D97-AF65-F5344CB8AC3E}">
        <p14:creationId xmlns:p14="http://schemas.microsoft.com/office/powerpoint/2010/main" val="3109501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63963-C982-7D6E-36D8-26806188F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ítulo 45">
            <a:extLst>
              <a:ext uri="{FF2B5EF4-FFF2-40B4-BE49-F238E27FC236}">
                <a16:creationId xmlns:a16="http://schemas.microsoft.com/office/drawing/2014/main" id="{DC0001A2-4552-A0E6-DBAF-921EDD89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9642" y="329054"/>
            <a:ext cx="4919354" cy="667498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Artigos revistos</a:t>
            </a:r>
          </a:p>
        </p:txBody>
      </p:sp>
      <p:sp>
        <p:nvSpPr>
          <p:cNvPr id="41" name="Marcador de Posição do Texto 40">
            <a:extLst>
              <a:ext uri="{FF2B5EF4-FFF2-40B4-BE49-F238E27FC236}">
                <a16:creationId xmlns:a16="http://schemas.microsoft.com/office/drawing/2014/main" id="{09E5DA66-48CC-5843-C02D-8736AB5D99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749651" y="1322342"/>
            <a:ext cx="8289951" cy="365125"/>
          </a:xfrm>
        </p:spPr>
        <p:txBody>
          <a:bodyPr rtlCol="0"/>
          <a:lstStyle>
            <a:defPPr>
              <a:defRPr lang="pt-PT"/>
            </a:defPPr>
          </a:lstStyle>
          <a:p>
            <a:r>
              <a:rPr lang="pt-PT" sz="1400" b="0" dirty="0" err="1">
                <a:solidFill>
                  <a:schemeClr val="bg1"/>
                </a:solidFill>
              </a:rPr>
              <a:t>Xpert</a:t>
            </a:r>
            <a:r>
              <a:rPr lang="pt-PT" sz="1400" b="0" dirty="0">
                <a:solidFill>
                  <a:schemeClr val="bg1"/>
                </a:solidFill>
              </a:rPr>
              <a:t>: </a:t>
            </a:r>
            <a:r>
              <a:rPr lang="pt-PT" sz="1400" b="0" dirty="0" err="1">
                <a:solidFill>
                  <a:schemeClr val="bg1"/>
                </a:solidFill>
              </a:rPr>
              <a:t>Empowering</a:t>
            </a:r>
            <a:r>
              <a:rPr lang="pt-PT" sz="1400" b="0" dirty="0">
                <a:solidFill>
                  <a:schemeClr val="bg1"/>
                </a:solidFill>
              </a:rPr>
              <a:t> </a:t>
            </a:r>
            <a:r>
              <a:rPr lang="pt-PT" sz="1400" b="0" dirty="0" err="1">
                <a:solidFill>
                  <a:schemeClr val="bg1"/>
                </a:solidFill>
              </a:rPr>
              <a:t>Incident</a:t>
            </a:r>
            <a:r>
              <a:rPr lang="pt-PT" sz="1400" b="0" dirty="0">
                <a:solidFill>
                  <a:schemeClr val="bg1"/>
                </a:solidFill>
              </a:rPr>
              <a:t> Management </a:t>
            </a:r>
            <a:r>
              <a:rPr lang="pt-PT" sz="1400" b="0" dirty="0" err="1">
                <a:solidFill>
                  <a:schemeClr val="bg1"/>
                </a:solidFill>
              </a:rPr>
              <a:t>with</a:t>
            </a:r>
            <a:r>
              <a:rPr lang="pt-PT" sz="1400" b="0" dirty="0">
                <a:solidFill>
                  <a:schemeClr val="bg1"/>
                </a:solidFill>
              </a:rPr>
              <a:t> </a:t>
            </a:r>
            <a:r>
              <a:rPr lang="pt-PT" sz="1400" b="0" dirty="0" err="1">
                <a:solidFill>
                  <a:schemeClr val="bg1"/>
                </a:solidFill>
              </a:rPr>
              <a:t>Query</a:t>
            </a:r>
            <a:r>
              <a:rPr lang="pt-PT" sz="1400" b="0" dirty="0">
                <a:solidFill>
                  <a:schemeClr val="bg1"/>
                </a:solidFill>
              </a:rPr>
              <a:t> </a:t>
            </a:r>
            <a:r>
              <a:rPr lang="pt-PT" sz="1400" b="0" dirty="0" err="1">
                <a:solidFill>
                  <a:schemeClr val="bg1"/>
                </a:solidFill>
              </a:rPr>
              <a:t>Recommendations</a:t>
            </a:r>
            <a:r>
              <a:rPr lang="pt-PT" sz="1400" b="0" dirty="0">
                <a:solidFill>
                  <a:schemeClr val="bg1"/>
                </a:solidFill>
              </a:rPr>
              <a:t> via </a:t>
            </a:r>
            <a:r>
              <a:rPr lang="pt-PT" sz="1400" b="0" dirty="0" err="1">
                <a:solidFill>
                  <a:schemeClr val="bg1"/>
                </a:solidFill>
              </a:rPr>
              <a:t>Large</a:t>
            </a:r>
            <a:r>
              <a:rPr lang="pt-PT" sz="1400" b="0" dirty="0">
                <a:solidFill>
                  <a:schemeClr val="bg1"/>
                </a:solidFill>
              </a:rPr>
              <a:t> </a:t>
            </a:r>
            <a:r>
              <a:rPr lang="pt-PT" sz="1400" b="0" dirty="0" err="1">
                <a:solidFill>
                  <a:schemeClr val="bg1"/>
                </a:solidFill>
              </a:rPr>
              <a:t>Language</a:t>
            </a:r>
            <a:r>
              <a:rPr lang="pt-PT" sz="1400" b="0" dirty="0">
                <a:solidFill>
                  <a:schemeClr val="bg1"/>
                </a:solidFill>
              </a:rPr>
              <a:t> </a:t>
            </a:r>
            <a:r>
              <a:rPr lang="pt-PT" sz="1400" b="0" dirty="0" err="1">
                <a:solidFill>
                  <a:schemeClr val="bg1"/>
                </a:solidFill>
              </a:rPr>
              <a:t>Models</a:t>
            </a:r>
            <a:endParaRPr lang="pt-PT" sz="1400" b="0" dirty="0">
              <a:solidFill>
                <a:schemeClr val="bg1"/>
              </a:solidFill>
            </a:endParaRP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D897EF3-1865-99DA-A61D-5B5ED3BDF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fld id="{8D1FC6F8-0BCD-47E9-9C64-690771D9C143}" type="slidenum">
              <a:rPr lang="pt-PT" smtClean="0"/>
              <a:pPr rtl="0"/>
              <a:t>8</a:t>
            </a:fld>
            <a:endParaRPr lang="pt-PT" dirty="0"/>
          </a:p>
        </p:txBody>
      </p:sp>
      <p:sp>
        <p:nvSpPr>
          <p:cNvPr id="2" name="Marcador de Posição do Rodapé 2">
            <a:extLst>
              <a:ext uri="{FF2B5EF4-FFF2-40B4-BE49-F238E27FC236}">
                <a16:creationId xmlns:a16="http://schemas.microsoft.com/office/drawing/2014/main" id="{2AF078C0-07D2-E423-B26E-B3E9D0231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337925" y="1436545"/>
            <a:ext cx="3223511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Preparação da dissertação</a:t>
            </a:r>
          </a:p>
        </p:txBody>
      </p:sp>
      <p:sp>
        <p:nvSpPr>
          <p:cNvPr id="3" name="Marcador de Posição da Data 34">
            <a:extLst>
              <a:ext uri="{FF2B5EF4-FFF2-40B4-BE49-F238E27FC236}">
                <a16:creationId xmlns:a16="http://schemas.microsoft.com/office/drawing/2014/main" id="{0AD64DCE-EECB-E7DD-760B-2579DBFF0B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625847" y="4970495"/>
            <a:ext cx="2647667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7 de janeiro de 2026</a:t>
            </a:r>
          </a:p>
        </p:txBody>
      </p:sp>
      <p:pic>
        <p:nvPicPr>
          <p:cNvPr id="23" name="Gráfico 22" descr="Documento destaque">
            <a:extLst>
              <a:ext uri="{FF2B5EF4-FFF2-40B4-BE49-F238E27FC236}">
                <a16:creationId xmlns:a16="http://schemas.microsoft.com/office/drawing/2014/main" id="{49FDA5E1-A33F-4427-339B-EAB0ECA7F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0584" y="1176845"/>
            <a:ext cx="656121" cy="656121"/>
          </a:xfrm>
          <a:prstGeom prst="rect">
            <a:avLst/>
          </a:prstGeom>
        </p:spPr>
      </p:pic>
      <p:sp>
        <p:nvSpPr>
          <p:cNvPr id="26" name="Marcador de Posição do Texto 40">
            <a:extLst>
              <a:ext uri="{FF2B5EF4-FFF2-40B4-BE49-F238E27FC236}">
                <a16:creationId xmlns:a16="http://schemas.microsoft.com/office/drawing/2014/main" id="{D7DD9713-9AFC-30C7-3789-7CF2562E3205}"/>
              </a:ext>
            </a:extLst>
          </p:cNvPr>
          <p:cNvSpPr txBox="1">
            <a:spLocks/>
          </p:cNvSpPr>
          <p:nvPr/>
        </p:nvSpPr>
        <p:spPr>
          <a:xfrm>
            <a:off x="3077712" y="2158757"/>
            <a:ext cx="7961891" cy="365125"/>
          </a:xfrm>
          <a:prstGeom prst="rect">
            <a:avLst/>
          </a:prstGeom>
        </p:spPr>
        <p:txBody>
          <a:bodyPr rtlCol="0"/>
          <a:lstStyle>
            <a:defPPr>
              <a:defRPr lang="pt-PT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PT" sz="1600" b="1" kern="1200" cap="none" spc="200" baseline="0">
                <a:solidFill>
                  <a:schemeClr val="accent6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dirty="0">
                <a:solidFill>
                  <a:schemeClr val="bg1"/>
                </a:solidFill>
              </a:rPr>
              <a:t>X-Lifecycle Learning for Cloud Incident Management using LLMs</a:t>
            </a:r>
          </a:p>
        </p:txBody>
      </p:sp>
      <p:pic>
        <p:nvPicPr>
          <p:cNvPr id="27" name="Gráfico 26" descr="Documento destaque">
            <a:extLst>
              <a:ext uri="{FF2B5EF4-FFF2-40B4-BE49-F238E27FC236}">
                <a16:creationId xmlns:a16="http://schemas.microsoft.com/office/drawing/2014/main" id="{9DC1C64E-F185-1E89-335E-549DACB101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8645" y="2013260"/>
            <a:ext cx="656121" cy="656121"/>
          </a:xfrm>
          <a:prstGeom prst="rect">
            <a:avLst/>
          </a:prstGeom>
        </p:spPr>
      </p:pic>
      <p:sp>
        <p:nvSpPr>
          <p:cNvPr id="28" name="Marcador de Posição do Texto 40">
            <a:extLst>
              <a:ext uri="{FF2B5EF4-FFF2-40B4-BE49-F238E27FC236}">
                <a16:creationId xmlns:a16="http://schemas.microsoft.com/office/drawing/2014/main" id="{BC071A14-070A-E771-1E74-7127918C8643}"/>
              </a:ext>
            </a:extLst>
          </p:cNvPr>
          <p:cNvSpPr txBox="1">
            <a:spLocks/>
          </p:cNvSpPr>
          <p:nvPr/>
        </p:nvSpPr>
        <p:spPr>
          <a:xfrm>
            <a:off x="3357401" y="2995172"/>
            <a:ext cx="7961891" cy="365125"/>
          </a:xfrm>
          <a:prstGeom prst="rect">
            <a:avLst/>
          </a:prstGeom>
        </p:spPr>
        <p:txBody>
          <a:bodyPr rtlCol="0"/>
          <a:lstStyle>
            <a:defPPr>
              <a:defRPr lang="pt-PT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PT" sz="1600" b="1" kern="1200" cap="none" spc="200" baseline="0">
                <a:solidFill>
                  <a:schemeClr val="accent6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dirty="0">
                <a:solidFill>
                  <a:schemeClr val="bg1"/>
                </a:solidFill>
              </a:rPr>
              <a:t>Exploring LLM-Based Agents for Root Cause Analysis</a:t>
            </a:r>
          </a:p>
        </p:txBody>
      </p:sp>
      <p:pic>
        <p:nvPicPr>
          <p:cNvPr id="29" name="Gráfico 28" descr="Documento destaque">
            <a:extLst>
              <a:ext uri="{FF2B5EF4-FFF2-40B4-BE49-F238E27FC236}">
                <a16:creationId xmlns:a16="http://schemas.microsoft.com/office/drawing/2014/main" id="{90605E55-839B-495F-5BC7-2A97B63C7F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334" y="2849675"/>
            <a:ext cx="656121" cy="656121"/>
          </a:xfrm>
          <a:prstGeom prst="rect">
            <a:avLst/>
          </a:prstGeom>
        </p:spPr>
      </p:pic>
      <p:sp>
        <p:nvSpPr>
          <p:cNvPr id="32" name="Marcador de Posição do Texto 40">
            <a:extLst>
              <a:ext uri="{FF2B5EF4-FFF2-40B4-BE49-F238E27FC236}">
                <a16:creationId xmlns:a16="http://schemas.microsoft.com/office/drawing/2014/main" id="{A8D1F988-A3D1-3E0A-FD6C-A7FD19C7D711}"/>
              </a:ext>
            </a:extLst>
          </p:cNvPr>
          <p:cNvSpPr txBox="1">
            <a:spLocks/>
          </p:cNvSpPr>
          <p:nvPr/>
        </p:nvSpPr>
        <p:spPr>
          <a:xfrm>
            <a:off x="3733833" y="3829224"/>
            <a:ext cx="7305769" cy="365125"/>
          </a:xfrm>
          <a:prstGeom prst="rect">
            <a:avLst/>
          </a:prstGeom>
        </p:spPr>
        <p:txBody>
          <a:bodyPr rtlCol="0"/>
          <a:lstStyle>
            <a:defPPr>
              <a:defRPr lang="pt-PT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PT" sz="1600" b="1" kern="1200" cap="none" spc="200" baseline="0">
                <a:solidFill>
                  <a:schemeClr val="accent6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dirty="0">
                <a:solidFill>
                  <a:schemeClr val="bg1"/>
                </a:solidFill>
              </a:rPr>
              <a:t>How to mitigate the incident? an effective troubleshooting guide recommendation technique for online service systems</a:t>
            </a:r>
          </a:p>
        </p:txBody>
      </p:sp>
      <p:pic>
        <p:nvPicPr>
          <p:cNvPr id="33" name="Gráfico 32" descr="Documento destaque">
            <a:extLst>
              <a:ext uri="{FF2B5EF4-FFF2-40B4-BE49-F238E27FC236}">
                <a16:creationId xmlns:a16="http://schemas.microsoft.com/office/drawing/2014/main" id="{ED87A85F-19A4-474D-1007-C6BA1C8D3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84766" y="3683727"/>
            <a:ext cx="656121" cy="656121"/>
          </a:xfrm>
          <a:prstGeom prst="rect">
            <a:avLst/>
          </a:prstGeom>
        </p:spPr>
      </p:pic>
      <p:sp>
        <p:nvSpPr>
          <p:cNvPr id="34" name="Marcador de Posição do Texto 40">
            <a:extLst>
              <a:ext uri="{FF2B5EF4-FFF2-40B4-BE49-F238E27FC236}">
                <a16:creationId xmlns:a16="http://schemas.microsoft.com/office/drawing/2014/main" id="{56BB5CC7-5383-8B72-4411-82E8461F1928}"/>
              </a:ext>
            </a:extLst>
          </p:cNvPr>
          <p:cNvSpPr txBox="1">
            <a:spLocks/>
          </p:cNvSpPr>
          <p:nvPr/>
        </p:nvSpPr>
        <p:spPr>
          <a:xfrm>
            <a:off x="4097591" y="4662356"/>
            <a:ext cx="6942011" cy="365125"/>
          </a:xfrm>
          <a:prstGeom prst="rect">
            <a:avLst/>
          </a:prstGeom>
        </p:spPr>
        <p:txBody>
          <a:bodyPr rtlCol="0"/>
          <a:lstStyle>
            <a:defPPr>
              <a:defRPr lang="pt-PT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PT" sz="1600" b="1" kern="1200" cap="none" spc="200" baseline="0">
                <a:solidFill>
                  <a:schemeClr val="accent6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dirty="0">
                <a:solidFill>
                  <a:schemeClr val="bg1"/>
                </a:solidFill>
              </a:rPr>
              <a:t>Identifying linked incidents in large-scale online service systems</a:t>
            </a:r>
          </a:p>
        </p:txBody>
      </p:sp>
      <p:pic>
        <p:nvPicPr>
          <p:cNvPr id="35" name="Gráfico 34" descr="Documento destaque">
            <a:extLst>
              <a:ext uri="{FF2B5EF4-FFF2-40B4-BE49-F238E27FC236}">
                <a16:creationId xmlns:a16="http://schemas.microsoft.com/office/drawing/2014/main" id="{72672330-76DC-A417-5F50-7DF9D446E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8524" y="4516859"/>
            <a:ext cx="656121" cy="656121"/>
          </a:xfrm>
          <a:prstGeom prst="rect">
            <a:avLst/>
          </a:prstGeom>
        </p:spPr>
      </p:pic>
      <p:sp>
        <p:nvSpPr>
          <p:cNvPr id="36" name="Marcador de Posição do Texto 40">
            <a:extLst>
              <a:ext uri="{FF2B5EF4-FFF2-40B4-BE49-F238E27FC236}">
                <a16:creationId xmlns:a16="http://schemas.microsoft.com/office/drawing/2014/main" id="{08BD4BF1-794C-2C5C-95AB-7414E8644CA2}"/>
              </a:ext>
            </a:extLst>
          </p:cNvPr>
          <p:cNvSpPr txBox="1">
            <a:spLocks/>
          </p:cNvSpPr>
          <p:nvPr/>
        </p:nvSpPr>
        <p:spPr>
          <a:xfrm>
            <a:off x="4482901" y="5535658"/>
            <a:ext cx="6556702" cy="365125"/>
          </a:xfrm>
          <a:prstGeom prst="rect">
            <a:avLst/>
          </a:prstGeom>
        </p:spPr>
        <p:txBody>
          <a:bodyPr rtlCol="0"/>
          <a:lstStyle>
            <a:defPPr>
              <a:defRPr lang="pt-PT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PT" sz="1600" b="1" kern="1200" cap="none" spc="200" baseline="0">
                <a:solidFill>
                  <a:schemeClr val="accent6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dirty="0">
                <a:solidFill>
                  <a:schemeClr val="bg1"/>
                </a:solidFill>
              </a:rPr>
              <a:t>Dynamic Graph Neural Networks-Based Alert Link Prediction for Online Service Systems</a:t>
            </a:r>
          </a:p>
        </p:txBody>
      </p:sp>
      <p:pic>
        <p:nvPicPr>
          <p:cNvPr id="37" name="Gráfico 36" descr="Documento destaque">
            <a:extLst>
              <a:ext uri="{FF2B5EF4-FFF2-40B4-BE49-F238E27FC236}">
                <a16:creationId xmlns:a16="http://schemas.microsoft.com/office/drawing/2014/main" id="{83AE15E4-05B5-285B-F6D2-3017FDBFC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3833" y="5390161"/>
            <a:ext cx="656121" cy="65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87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B5DCDD26-2EBE-4DA1-88E6-739CC32A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7471" y="2952597"/>
            <a:ext cx="1584471" cy="1584471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105DC8A-F469-4525-9B35-A48C39C67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1741" y="2994608"/>
            <a:ext cx="1584471" cy="1584471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3532D8B-A149-411A-B087-EBA1EE6C6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1047" y="2952597"/>
            <a:ext cx="1584471" cy="1584471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53" name="Título 52">
            <a:extLst>
              <a:ext uri="{FF2B5EF4-FFF2-40B4-BE49-F238E27FC236}">
                <a16:creationId xmlns:a16="http://schemas.microsoft.com/office/drawing/2014/main" id="{24046B9E-C52D-4466-AE77-E724F5B08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4345" y="904774"/>
            <a:ext cx="5611660" cy="950968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Soluções existentes</a:t>
            </a:r>
          </a:p>
        </p:txBody>
      </p:sp>
      <p:sp>
        <p:nvSpPr>
          <p:cNvPr id="31" name="Marcador de Posição do Texto 30">
            <a:extLst>
              <a:ext uri="{FF2B5EF4-FFF2-40B4-BE49-F238E27FC236}">
                <a16:creationId xmlns:a16="http://schemas.microsoft.com/office/drawing/2014/main" id="{5B9D383F-A60F-4C89-8A00-CF569497000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45460" y="3220545"/>
            <a:ext cx="1706965" cy="104857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AWS</a:t>
            </a:r>
          </a:p>
        </p:txBody>
      </p:sp>
      <p:sp>
        <p:nvSpPr>
          <p:cNvPr id="32" name="Marcador de Posição do Texto 31">
            <a:extLst>
              <a:ext uri="{FF2B5EF4-FFF2-40B4-BE49-F238E27FC236}">
                <a16:creationId xmlns:a16="http://schemas.microsoft.com/office/drawing/2014/main" id="{1F406394-948C-4B32-9F32-893A9CDFB90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519730" y="3262556"/>
            <a:ext cx="1706965" cy="104857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NEW </a:t>
            </a:r>
            <a:r>
              <a:rPr lang="pt-PT" dirty="0" err="1"/>
              <a:t>Relic</a:t>
            </a:r>
            <a:endParaRPr lang="pt-PT" dirty="0"/>
          </a:p>
        </p:txBody>
      </p:sp>
      <p:sp>
        <p:nvSpPr>
          <p:cNvPr id="33" name="Marcador de Posição do Texto 32">
            <a:extLst>
              <a:ext uri="{FF2B5EF4-FFF2-40B4-BE49-F238E27FC236}">
                <a16:creationId xmlns:a16="http://schemas.microsoft.com/office/drawing/2014/main" id="{00564ED2-7D0C-49B7-ABB1-6D7E498CDAD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69036" y="3220545"/>
            <a:ext cx="1706965" cy="104857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 err="1"/>
              <a:t>Atlassian</a:t>
            </a:r>
            <a:endParaRPr lang="pt-PT" dirty="0"/>
          </a:p>
        </p:txBody>
      </p:sp>
      <p:sp>
        <p:nvSpPr>
          <p:cNvPr id="25" name="Marcador de Posição do Número do Diapositivo 24">
            <a:extLst>
              <a:ext uri="{FF2B5EF4-FFF2-40B4-BE49-F238E27FC236}">
                <a16:creationId xmlns:a16="http://schemas.microsoft.com/office/drawing/2014/main" id="{97A7A317-65B9-416D-A896-F174F465E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fld id="{8D1FC6F8-0BCD-47E9-9C64-690771D9C143}" type="slidenum">
              <a:rPr lang="pt-PT" smtClean="0"/>
              <a:pPr rtl="0"/>
              <a:t>9</a:t>
            </a:fld>
            <a:endParaRPr lang="pt-PT" dirty="0"/>
          </a:p>
        </p:txBody>
      </p:sp>
      <p:sp>
        <p:nvSpPr>
          <p:cNvPr id="2" name="Marcador de Posição do Rodapé 2">
            <a:extLst>
              <a:ext uri="{FF2B5EF4-FFF2-40B4-BE49-F238E27FC236}">
                <a16:creationId xmlns:a16="http://schemas.microsoft.com/office/drawing/2014/main" id="{AE78C640-D0F7-C6B4-4729-6D89896C3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337925" y="1436545"/>
            <a:ext cx="3223511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Preparação da dissertação</a:t>
            </a:r>
          </a:p>
        </p:txBody>
      </p:sp>
      <p:sp>
        <p:nvSpPr>
          <p:cNvPr id="3" name="Marcador de Posição da Data 34">
            <a:extLst>
              <a:ext uri="{FF2B5EF4-FFF2-40B4-BE49-F238E27FC236}">
                <a16:creationId xmlns:a16="http://schemas.microsoft.com/office/drawing/2014/main" id="{6563BBB7-94A8-78A3-5841-2394C4DA8C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625847" y="4970495"/>
            <a:ext cx="2647667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7 de janeiro de 2026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7FF6C7-3EDE-8C1B-814C-51FC5110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0797" y="2952597"/>
            <a:ext cx="1584471" cy="1584471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</a:lstStyle>
          <a:p>
            <a:pPr algn="ctr" rtl="0"/>
            <a:endParaRPr lang="pt-PT" dirty="0">
              <a:latin typeface="Calibri Light" panose="020F0302020204030204" pitchFamily="34" charset="0"/>
            </a:endParaRPr>
          </a:p>
        </p:txBody>
      </p:sp>
      <p:sp>
        <p:nvSpPr>
          <p:cNvPr id="12" name="Marcador de Posição do Texto 32">
            <a:extLst>
              <a:ext uri="{FF2B5EF4-FFF2-40B4-BE49-F238E27FC236}">
                <a16:creationId xmlns:a16="http://schemas.microsoft.com/office/drawing/2014/main" id="{C1F143CC-E64D-2193-4824-C193FC5C31D5}"/>
              </a:ext>
            </a:extLst>
          </p:cNvPr>
          <p:cNvSpPr txBox="1">
            <a:spLocks/>
          </p:cNvSpPr>
          <p:nvPr/>
        </p:nvSpPr>
        <p:spPr>
          <a:xfrm>
            <a:off x="8858786" y="3220545"/>
            <a:ext cx="1706965" cy="1048575"/>
          </a:xfrm>
          <a:prstGeom prst="rect">
            <a:avLst/>
          </a:prstGeom>
        </p:spPr>
        <p:txBody>
          <a:bodyPr rtlCol="0" anchor="ctr"/>
          <a:lstStyle>
            <a:defPPr>
              <a:defRPr lang="pt-PT"/>
            </a:defPPr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PT" sz="1600" b="1" kern="1200" cap="all" spc="200" baseline="0">
                <a:solidFill>
                  <a:schemeClr val="accent6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 err="1"/>
              <a:t>Elastic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91594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exto 38">
            <a:extLst>
              <a:ext uri="{FF2B5EF4-FFF2-40B4-BE49-F238E27FC236}">
                <a16:creationId xmlns:a16="http://schemas.microsoft.com/office/drawing/2014/main" id="{F1D8C0E3-C6D8-7C42-EC38-4A2AD0ABECB3}"/>
              </a:ext>
            </a:extLst>
          </p:cNvPr>
          <p:cNvSpPr txBox="1">
            <a:spLocks/>
          </p:cNvSpPr>
          <p:nvPr/>
        </p:nvSpPr>
        <p:spPr>
          <a:xfrm>
            <a:off x="7923104" y="1279960"/>
            <a:ext cx="5824073" cy="699565"/>
          </a:xfrm>
          <a:prstGeom prst="rect">
            <a:avLst/>
          </a:prstGeom>
        </p:spPr>
        <p:txBody>
          <a:bodyPr rtlCol="0"/>
          <a:lstStyle>
            <a:defPPr>
              <a:defRPr lang="pt-PT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PT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1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Diagrama de Atividade</a:t>
            </a:r>
          </a:p>
        </p:txBody>
      </p:sp>
      <p:pic>
        <p:nvPicPr>
          <p:cNvPr id="12" name="Imagem 11" descr="Uma imagem com texto, captura de ecrã, diagrama, file&#10;&#10;Os conteúdos gerados por IA podem estar incorretos.">
            <a:extLst>
              <a:ext uri="{FF2B5EF4-FFF2-40B4-BE49-F238E27FC236}">
                <a16:creationId xmlns:a16="http://schemas.microsoft.com/office/drawing/2014/main" id="{A88D3BE4-710D-4408-155A-52C33F1B9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854" y="0"/>
            <a:ext cx="6167018" cy="6858000"/>
          </a:xfrm>
          <a:prstGeom prst="rect">
            <a:avLst/>
          </a:prstGeom>
        </p:spPr>
      </p:pic>
      <p:sp>
        <p:nvSpPr>
          <p:cNvPr id="13" name="Título 23">
            <a:extLst>
              <a:ext uri="{FF2B5EF4-FFF2-40B4-BE49-F238E27FC236}">
                <a16:creationId xmlns:a16="http://schemas.microsoft.com/office/drawing/2014/main" id="{AE722BD8-3AC9-36C8-7C21-DA15B3C88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3104" y="438494"/>
            <a:ext cx="3365367" cy="580029"/>
          </a:xfrm>
        </p:spPr>
        <p:txBody>
          <a:bodyPr rtlCol="0"/>
          <a:lstStyle>
            <a:defPPr>
              <a:defRPr lang="pt-PT"/>
            </a:defPPr>
          </a:lstStyle>
          <a:p>
            <a:pPr algn="l" rtl="0"/>
            <a:r>
              <a:rPr lang="pt-PT" sz="2800" dirty="0">
                <a:solidFill>
                  <a:schemeClr val="bg1"/>
                </a:solidFill>
              </a:rPr>
              <a:t>Metodologia proposta</a:t>
            </a:r>
          </a:p>
        </p:txBody>
      </p:sp>
      <p:sp>
        <p:nvSpPr>
          <p:cNvPr id="16" name="Marcador de Posição do Número do Diapositivo 24">
            <a:extLst>
              <a:ext uri="{FF2B5EF4-FFF2-40B4-BE49-F238E27FC236}">
                <a16:creationId xmlns:a16="http://schemas.microsoft.com/office/drawing/2014/main" id="{825F387F-4582-E82C-19A7-0773F73971C4}"/>
              </a:ext>
            </a:extLst>
          </p:cNvPr>
          <p:cNvSpPr txBox="1">
            <a:spLocks/>
          </p:cNvSpPr>
          <p:nvPr/>
        </p:nvSpPr>
        <p:spPr>
          <a:xfrm>
            <a:off x="11651674" y="3278276"/>
            <a:ext cx="545911" cy="580029"/>
          </a:xfrm>
          <a:prstGeom prst="rect">
            <a:avLst/>
          </a:prstGeom>
        </p:spPr>
        <p:txBody>
          <a:bodyPr rtlCol="0"/>
          <a:lstStyle>
            <a:defPPr rtl="0">
              <a:defRPr lang="pt-PT"/>
            </a:defPPr>
            <a:lvl1pPr marL="0" algn="l" defTabSz="914400" rtl="0" eaLnBrk="1" latinLnBrk="0" hangingPunct="1"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1FC6F8-0BCD-47E9-9C64-690771D9C143}" type="slidenum">
              <a:rPr lang="pt-PT" sz="1600" smtClean="0">
                <a:solidFill>
                  <a:srgbClr val="0BE1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pPr/>
              <a:t>10</a:t>
            </a:fld>
            <a:endParaRPr lang="pt-PT" sz="1600" dirty="0">
              <a:solidFill>
                <a:srgbClr val="0BE1F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15059913-AAB6-3B27-F386-06BD0924A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1734" y="44068"/>
            <a:ext cx="365792" cy="646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96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23">
            <a:extLst>
              <a:ext uri="{FF2B5EF4-FFF2-40B4-BE49-F238E27FC236}">
                <a16:creationId xmlns:a16="http://schemas.microsoft.com/office/drawing/2014/main" id="{F92EC24E-3E0A-471B-9A70-B29306D2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7020" y="2327584"/>
            <a:ext cx="3365367" cy="580029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Metodologia proposta</a:t>
            </a:r>
          </a:p>
        </p:txBody>
      </p:sp>
      <p:sp>
        <p:nvSpPr>
          <p:cNvPr id="39" name="Marcador de Posição do Texto 38">
            <a:extLst>
              <a:ext uri="{FF2B5EF4-FFF2-40B4-BE49-F238E27FC236}">
                <a16:creationId xmlns:a16="http://schemas.microsoft.com/office/drawing/2014/main" id="{2B0040E8-BBFE-4B5E-9ADF-88F6C234CBA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25473" y="3029954"/>
            <a:ext cx="5824073" cy="69956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Diagrama de Implantação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BF20B7A-39DA-4D7C-96BB-B2A9565A4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6606" y="6205417"/>
            <a:ext cx="545911" cy="580029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fld id="{8D1FC6F8-0BCD-47E9-9C64-690771D9C143}" type="slidenum">
              <a:rPr lang="pt-PT" smtClean="0"/>
              <a:pPr rtl="0"/>
              <a:t>11</a:t>
            </a:fld>
            <a:endParaRPr lang="pt-PT" dirty="0"/>
          </a:p>
        </p:txBody>
      </p:sp>
      <p:sp>
        <p:nvSpPr>
          <p:cNvPr id="44" name="Marcador de Posição da Data 43">
            <a:extLst>
              <a:ext uri="{FF2B5EF4-FFF2-40B4-BE49-F238E27FC236}">
                <a16:creationId xmlns:a16="http://schemas.microsoft.com/office/drawing/2014/main" id="{1D14AAB3-2E60-4AAE-8C5D-843AD9A98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21 de maio de 20XX</a:t>
            </a:r>
          </a:p>
        </p:txBody>
      </p:sp>
      <p:pic>
        <p:nvPicPr>
          <p:cNvPr id="5" name="Imagem 4" descr="Uma imagem com texto, captura de ecrã, diagrama, Tipo de letra&#10;&#10;Os conteúdos gerados por IA podem estar incorretos.">
            <a:extLst>
              <a:ext uri="{FF2B5EF4-FFF2-40B4-BE49-F238E27FC236}">
                <a16:creationId xmlns:a16="http://schemas.microsoft.com/office/drawing/2014/main" id="{C14377C2-7ACC-C525-52C4-0311595A3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07" y="332916"/>
            <a:ext cx="840105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919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>
            <a:extLst>
              <a:ext uri="{FF2B5EF4-FFF2-40B4-BE49-F238E27FC236}">
                <a16:creationId xmlns:a16="http://schemas.microsoft.com/office/drawing/2014/main" id="{8FA1AC37-B920-4C0A-855F-E5667B422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799" y="1203066"/>
            <a:ext cx="5097428" cy="1390840"/>
          </a:xfrm>
        </p:spPr>
        <p:txBody>
          <a:bodyPr rtlCol="0"/>
          <a:lstStyle>
            <a:defPPr>
              <a:defRPr lang="pt-PT"/>
            </a:defPPr>
          </a:lstStyle>
          <a:p>
            <a:pPr rtl="0">
              <a:lnSpc>
                <a:spcPct val="100000"/>
              </a:lnSpc>
            </a:pPr>
            <a:r>
              <a:rPr lang="pt-PT" noProof="0" dirty="0"/>
              <a:t>Pressupostos</a:t>
            </a:r>
            <a:endParaRPr lang="pt-PT" dirty="0"/>
          </a:p>
        </p:txBody>
      </p:sp>
      <p:sp>
        <p:nvSpPr>
          <p:cNvPr id="35" name="Marcador de Posição do Texto 34">
            <a:extLst>
              <a:ext uri="{FF2B5EF4-FFF2-40B4-BE49-F238E27FC236}">
                <a16:creationId xmlns:a16="http://schemas.microsoft.com/office/drawing/2014/main" id="{9D042FA2-80BA-4099-BC0A-A1C43A3BC8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9262" y="2932839"/>
            <a:ext cx="7702223" cy="387746"/>
          </a:xfrm>
        </p:spPr>
        <p:txBody>
          <a:bodyPr rtlCol="0"/>
          <a:lstStyle>
            <a:defPPr>
              <a:defRPr lang="pt-PT"/>
            </a:defPPr>
          </a:lstStyle>
          <a:p>
            <a:r>
              <a:rPr lang="pt-PT" dirty="0"/>
              <a:t>O conjunto de dados será entregue por uma das equipas da empresa num formato passível de utilização</a:t>
            </a:r>
          </a:p>
        </p:txBody>
      </p:sp>
      <p:sp>
        <p:nvSpPr>
          <p:cNvPr id="36" name="Marcador de Posição do Texto 35">
            <a:extLst>
              <a:ext uri="{FF2B5EF4-FFF2-40B4-BE49-F238E27FC236}">
                <a16:creationId xmlns:a16="http://schemas.microsoft.com/office/drawing/2014/main" id="{89ED8224-AD26-4331-B8E0-5E0DB516408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99759" y="3579724"/>
            <a:ext cx="6521725" cy="481781"/>
          </a:xfrm>
        </p:spPr>
        <p:txBody>
          <a:bodyPr rtlCol="0"/>
          <a:lstStyle>
            <a:defPPr>
              <a:defRPr lang="pt-PT"/>
            </a:defPPr>
          </a:lstStyle>
          <a:p>
            <a:r>
              <a:rPr lang="pt-PT" dirty="0"/>
              <a:t>Conjunto de dados sobre incidentes de plataformas reconhecidas</a:t>
            </a:r>
            <a:endParaRPr lang="pt-PT" i="1" dirty="0"/>
          </a:p>
        </p:txBody>
      </p:sp>
      <p:sp>
        <p:nvSpPr>
          <p:cNvPr id="9" name="Marcador de Posição do Rodapé 8">
            <a:extLst>
              <a:ext uri="{FF2B5EF4-FFF2-40B4-BE49-F238E27FC236}">
                <a16:creationId xmlns:a16="http://schemas.microsoft.com/office/drawing/2014/main" id="{1D619512-A1D4-44AD-8188-F1687FC50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/>
              <a:t>TÍTULO DA APRESENTAÇÃO</a:t>
            </a:r>
          </a:p>
        </p:txBody>
      </p:sp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A73ED8FD-6B33-4E5E-8834-826A2D148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fld id="{FEA145A6-660C-42A7-85AF-AF42E3C0A892}" type="slidenum">
              <a:rPr lang="pt-PT" smtClean="0"/>
              <a:pPr rtl="0"/>
              <a:t>12</a:t>
            </a:fld>
            <a:endParaRPr lang="pt-PT" dirty="0"/>
          </a:p>
        </p:txBody>
      </p:sp>
      <p:sp>
        <p:nvSpPr>
          <p:cNvPr id="152" name="Marcador de Posição da Data 151">
            <a:extLst>
              <a:ext uri="{FF2B5EF4-FFF2-40B4-BE49-F238E27FC236}">
                <a16:creationId xmlns:a16="http://schemas.microsoft.com/office/drawing/2014/main" id="{2ED32D40-BFA8-4674-A900-4CD4235C12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21 de maio de 20XX</a:t>
            </a:r>
          </a:p>
        </p:txBody>
      </p:sp>
      <p:sp>
        <p:nvSpPr>
          <p:cNvPr id="21" name="Marcador de Posição do Texto 34">
            <a:extLst>
              <a:ext uri="{FF2B5EF4-FFF2-40B4-BE49-F238E27FC236}">
                <a16:creationId xmlns:a16="http://schemas.microsoft.com/office/drawing/2014/main" id="{D7183338-6A4B-C3EE-8610-CDD7754C8E4C}"/>
              </a:ext>
            </a:extLst>
          </p:cNvPr>
          <p:cNvSpPr txBox="1">
            <a:spLocks/>
          </p:cNvSpPr>
          <p:nvPr/>
        </p:nvSpPr>
        <p:spPr>
          <a:xfrm>
            <a:off x="358229" y="2932839"/>
            <a:ext cx="1530861" cy="387746"/>
          </a:xfrm>
          <a:prstGeom prst="rect">
            <a:avLst/>
          </a:prstGeom>
        </p:spPr>
        <p:txBody>
          <a:bodyPr rtlCol="0"/>
          <a:lstStyle>
            <a:defPPr>
              <a:defRPr lang="pt-PT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PT" sz="1800" kern="1200" cap="none" spc="200" baseline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b="1" dirty="0">
                <a:solidFill>
                  <a:srgbClr val="0BE1FF"/>
                </a:solidFill>
              </a:rPr>
              <a:t>P1 | </a:t>
            </a:r>
          </a:p>
        </p:txBody>
      </p:sp>
      <p:sp>
        <p:nvSpPr>
          <p:cNvPr id="23" name="Marcador de Posição do Texto 34">
            <a:extLst>
              <a:ext uri="{FF2B5EF4-FFF2-40B4-BE49-F238E27FC236}">
                <a16:creationId xmlns:a16="http://schemas.microsoft.com/office/drawing/2014/main" id="{024F8968-D833-7C98-94D8-68B8760D6F9D}"/>
              </a:ext>
            </a:extLst>
          </p:cNvPr>
          <p:cNvSpPr txBox="1">
            <a:spLocks/>
          </p:cNvSpPr>
          <p:nvPr/>
        </p:nvSpPr>
        <p:spPr>
          <a:xfrm>
            <a:off x="919262" y="3541886"/>
            <a:ext cx="1530861" cy="387746"/>
          </a:xfrm>
          <a:prstGeom prst="rect">
            <a:avLst/>
          </a:prstGeom>
        </p:spPr>
        <p:txBody>
          <a:bodyPr rtlCol="0"/>
          <a:lstStyle>
            <a:defPPr>
              <a:defRPr lang="pt-PT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PT" sz="1800" kern="1200" cap="none" spc="200" baseline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rgbClr val="FFFF00"/>
                </a:solidFill>
              </a:rPr>
              <a:t>Plano B |</a:t>
            </a:r>
          </a:p>
        </p:txBody>
      </p:sp>
      <p:sp>
        <p:nvSpPr>
          <p:cNvPr id="24" name="Marcador de Posição do Texto 34">
            <a:extLst>
              <a:ext uri="{FF2B5EF4-FFF2-40B4-BE49-F238E27FC236}">
                <a16:creationId xmlns:a16="http://schemas.microsoft.com/office/drawing/2014/main" id="{2D193D85-6D21-DF03-A6D1-73A78A8CB8A7}"/>
              </a:ext>
            </a:extLst>
          </p:cNvPr>
          <p:cNvSpPr txBox="1">
            <a:spLocks/>
          </p:cNvSpPr>
          <p:nvPr/>
        </p:nvSpPr>
        <p:spPr>
          <a:xfrm>
            <a:off x="919262" y="4280995"/>
            <a:ext cx="7702223" cy="387746"/>
          </a:xfrm>
          <a:prstGeom prst="rect">
            <a:avLst/>
          </a:prstGeom>
        </p:spPr>
        <p:txBody>
          <a:bodyPr rtlCol="0"/>
          <a:lstStyle>
            <a:defPPr>
              <a:defRPr lang="pt-PT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PT" sz="1800" kern="1200" cap="none" spc="200" baseline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O motor </a:t>
            </a:r>
            <a:r>
              <a:rPr lang="pt-PT" i="1" dirty="0"/>
              <a:t>LLM</a:t>
            </a:r>
            <a:r>
              <a:rPr lang="pt-PT" dirty="0"/>
              <a:t> a utilizar será disponibilizado pela empresa</a:t>
            </a:r>
            <a:r>
              <a:rPr lang="pt-PT" i="1" dirty="0"/>
              <a:t> </a:t>
            </a:r>
            <a:r>
              <a:rPr lang="pt-PT" dirty="0"/>
              <a:t>de forma a não comprometer dados</a:t>
            </a:r>
          </a:p>
        </p:txBody>
      </p:sp>
      <p:sp>
        <p:nvSpPr>
          <p:cNvPr id="25" name="Marcador de Posição do Texto 35">
            <a:extLst>
              <a:ext uri="{FF2B5EF4-FFF2-40B4-BE49-F238E27FC236}">
                <a16:creationId xmlns:a16="http://schemas.microsoft.com/office/drawing/2014/main" id="{03554B79-37D7-7410-FFF1-6C611AB936E2}"/>
              </a:ext>
            </a:extLst>
          </p:cNvPr>
          <p:cNvSpPr txBox="1">
            <a:spLocks/>
          </p:cNvSpPr>
          <p:nvPr/>
        </p:nvSpPr>
        <p:spPr>
          <a:xfrm>
            <a:off x="2099759" y="4927880"/>
            <a:ext cx="6521725" cy="481781"/>
          </a:xfrm>
          <a:prstGeom prst="rect">
            <a:avLst/>
          </a:prstGeom>
        </p:spPr>
        <p:txBody>
          <a:bodyPr rtlCol="0"/>
          <a:lstStyle>
            <a:defPPr>
              <a:defRPr lang="pt-PT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PT" sz="1400" kern="1200" cap="none" spc="200" baseline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Desenvolver um </a:t>
            </a:r>
            <a:r>
              <a:rPr lang="pt-PT" i="1" dirty="0" err="1"/>
              <a:t>Small</a:t>
            </a:r>
            <a:r>
              <a:rPr lang="pt-PT" i="1" dirty="0"/>
              <a:t> </a:t>
            </a:r>
            <a:r>
              <a:rPr lang="pt-PT" i="1" dirty="0" err="1"/>
              <a:t>Language</a:t>
            </a:r>
            <a:r>
              <a:rPr lang="pt-PT" i="1" dirty="0"/>
              <a:t> </a:t>
            </a:r>
            <a:r>
              <a:rPr lang="pt-PT" i="1" dirty="0" err="1"/>
              <a:t>Model</a:t>
            </a:r>
            <a:r>
              <a:rPr lang="pt-PT" i="1" dirty="0"/>
              <a:t> (SLM)</a:t>
            </a:r>
            <a:r>
              <a:rPr lang="pt-PT" dirty="0"/>
              <a:t> de raiz</a:t>
            </a:r>
            <a:endParaRPr lang="pt-PT" i="1" dirty="0"/>
          </a:p>
        </p:txBody>
      </p:sp>
      <p:sp>
        <p:nvSpPr>
          <p:cNvPr id="27" name="Marcador de Posição do Texto 34">
            <a:extLst>
              <a:ext uri="{FF2B5EF4-FFF2-40B4-BE49-F238E27FC236}">
                <a16:creationId xmlns:a16="http://schemas.microsoft.com/office/drawing/2014/main" id="{05B57389-56D4-046E-1D7C-9B758BE2F745}"/>
              </a:ext>
            </a:extLst>
          </p:cNvPr>
          <p:cNvSpPr txBox="1">
            <a:spLocks/>
          </p:cNvSpPr>
          <p:nvPr/>
        </p:nvSpPr>
        <p:spPr>
          <a:xfrm>
            <a:off x="358229" y="4280995"/>
            <a:ext cx="1530861" cy="387746"/>
          </a:xfrm>
          <a:prstGeom prst="rect">
            <a:avLst/>
          </a:prstGeom>
        </p:spPr>
        <p:txBody>
          <a:bodyPr rtlCol="0"/>
          <a:lstStyle>
            <a:defPPr>
              <a:defRPr lang="pt-PT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PT" sz="1800" kern="1200" cap="none" spc="200" baseline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b="1" dirty="0">
                <a:solidFill>
                  <a:srgbClr val="0BE1FF"/>
                </a:solidFill>
              </a:rPr>
              <a:t>P2 | </a:t>
            </a:r>
          </a:p>
        </p:txBody>
      </p:sp>
      <p:sp>
        <p:nvSpPr>
          <p:cNvPr id="28" name="Marcador de Posição do Texto 34">
            <a:extLst>
              <a:ext uri="{FF2B5EF4-FFF2-40B4-BE49-F238E27FC236}">
                <a16:creationId xmlns:a16="http://schemas.microsoft.com/office/drawing/2014/main" id="{7F9A5C0D-72B2-0CCC-A673-286565AFDCA2}"/>
              </a:ext>
            </a:extLst>
          </p:cNvPr>
          <p:cNvSpPr txBox="1">
            <a:spLocks/>
          </p:cNvSpPr>
          <p:nvPr/>
        </p:nvSpPr>
        <p:spPr>
          <a:xfrm>
            <a:off x="919262" y="4890042"/>
            <a:ext cx="1530861" cy="387746"/>
          </a:xfrm>
          <a:prstGeom prst="rect">
            <a:avLst/>
          </a:prstGeom>
        </p:spPr>
        <p:txBody>
          <a:bodyPr rtlCol="0"/>
          <a:lstStyle>
            <a:defPPr>
              <a:defRPr lang="pt-PT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PT" sz="1800" kern="1200" cap="none" spc="200" baseline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rgbClr val="FFFF00"/>
                </a:solidFill>
              </a:rPr>
              <a:t>Plano B |</a:t>
            </a:r>
          </a:p>
        </p:txBody>
      </p:sp>
      <p:sp>
        <p:nvSpPr>
          <p:cNvPr id="29" name="Marcador de Posição do Texto 35">
            <a:extLst>
              <a:ext uri="{FF2B5EF4-FFF2-40B4-BE49-F238E27FC236}">
                <a16:creationId xmlns:a16="http://schemas.microsoft.com/office/drawing/2014/main" id="{E0265F13-437F-97E1-767E-09DDB81DEC3F}"/>
              </a:ext>
            </a:extLst>
          </p:cNvPr>
          <p:cNvSpPr txBox="1">
            <a:spLocks/>
          </p:cNvSpPr>
          <p:nvPr/>
        </p:nvSpPr>
        <p:spPr>
          <a:xfrm>
            <a:off x="2099759" y="5353464"/>
            <a:ext cx="6521725" cy="481781"/>
          </a:xfrm>
          <a:prstGeom prst="rect">
            <a:avLst/>
          </a:prstGeom>
        </p:spPr>
        <p:txBody>
          <a:bodyPr rtlCol="0"/>
          <a:lstStyle>
            <a:defPPr>
              <a:defRPr lang="pt-PT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PT" sz="1400" kern="1200" cap="none" spc="200" baseline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Conjunto de dados sobre incidentes de plataformas reconhecidas</a:t>
            </a:r>
            <a:endParaRPr lang="pt-PT" i="1" dirty="0"/>
          </a:p>
        </p:txBody>
      </p:sp>
      <p:sp>
        <p:nvSpPr>
          <p:cNvPr id="30" name="Marcador de Posição do Texto 34">
            <a:extLst>
              <a:ext uri="{FF2B5EF4-FFF2-40B4-BE49-F238E27FC236}">
                <a16:creationId xmlns:a16="http://schemas.microsoft.com/office/drawing/2014/main" id="{E427F479-B82E-0262-E200-3BA356430E11}"/>
              </a:ext>
            </a:extLst>
          </p:cNvPr>
          <p:cNvSpPr txBox="1">
            <a:spLocks/>
          </p:cNvSpPr>
          <p:nvPr/>
        </p:nvSpPr>
        <p:spPr>
          <a:xfrm>
            <a:off x="919262" y="5315626"/>
            <a:ext cx="1530861" cy="387746"/>
          </a:xfrm>
          <a:prstGeom prst="rect">
            <a:avLst/>
          </a:prstGeom>
        </p:spPr>
        <p:txBody>
          <a:bodyPr rtlCol="0"/>
          <a:lstStyle>
            <a:defPPr>
              <a:defRPr lang="pt-PT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PT" sz="1800" kern="1200" cap="none" spc="200" baseline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P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rgbClr val="FFC000"/>
                </a:solidFill>
              </a:rPr>
              <a:t>Plano C |</a:t>
            </a:r>
          </a:p>
        </p:txBody>
      </p:sp>
    </p:spTree>
    <p:extLst>
      <p:ext uri="{BB962C8B-B14F-4D97-AF65-F5344CB8AC3E}">
        <p14:creationId xmlns:p14="http://schemas.microsoft.com/office/powerpoint/2010/main" val="1602888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7">
            <a:extLst>
              <a:ext uri="{FF2B5EF4-FFF2-40B4-BE49-F238E27FC236}">
                <a16:creationId xmlns:a16="http://schemas.microsoft.com/office/drawing/2014/main" id="{8A6AD16E-8FB5-4AC7-941E-313FBED6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9441" y="1259911"/>
            <a:ext cx="5124189" cy="492302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Restrições</a:t>
            </a:r>
          </a:p>
        </p:txBody>
      </p:sp>
      <p:sp>
        <p:nvSpPr>
          <p:cNvPr id="22" name="Marcador de Posição do Texto 21">
            <a:extLst>
              <a:ext uri="{FF2B5EF4-FFF2-40B4-BE49-F238E27FC236}">
                <a16:creationId xmlns:a16="http://schemas.microsoft.com/office/drawing/2014/main" id="{A3F3E4C8-A3E9-4D1E-AAF8-A6C4EF21F0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9441" y="1752212"/>
            <a:ext cx="4856479" cy="2413388"/>
          </a:xfrm>
        </p:spPr>
        <p:txBody>
          <a:bodyPr rtlCol="0"/>
          <a:lstStyle>
            <a:defPPr>
              <a:defRPr lang="pt-PT"/>
            </a:defPPr>
          </a:lstStyle>
          <a:p>
            <a:r>
              <a:rPr lang="pt-PT" dirty="0"/>
              <a:t>Os dados presentes no </a:t>
            </a:r>
            <a:r>
              <a:rPr lang="pt-PT" i="1" dirty="0" err="1"/>
              <a:t>dataset</a:t>
            </a:r>
            <a:r>
              <a:rPr lang="pt-PT" dirty="0"/>
              <a:t> fornecido pela empresa terão de ser parcialmente/totalmente anonimizados.</a:t>
            </a:r>
          </a:p>
        </p:txBody>
      </p:sp>
      <p:sp>
        <p:nvSpPr>
          <p:cNvPr id="11" name="Marcador de Posição do Rodapé 10">
            <a:extLst>
              <a:ext uri="{FF2B5EF4-FFF2-40B4-BE49-F238E27FC236}">
                <a16:creationId xmlns:a16="http://schemas.microsoft.com/office/drawing/2014/main" id="{A2EB208E-E68C-4B43-8AD1-6B9A7F5F5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/>
              <a:t>TÍTULO DA APRESENTAÇÃO</a:t>
            </a:r>
          </a:p>
        </p:txBody>
      </p:sp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312822BD-8CF7-4472-A607-0DD012817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fld id="{FEA145A6-660C-42A7-85AF-AF42E3C0A892}" type="slidenum">
              <a:rPr lang="pt-PT" smtClean="0"/>
              <a:pPr rtl="0"/>
              <a:t>13</a:t>
            </a:fld>
            <a:endParaRPr lang="pt-PT" dirty="0"/>
          </a:p>
        </p:txBody>
      </p:sp>
      <p:sp>
        <p:nvSpPr>
          <p:cNvPr id="42" name="Marcador de Posição da Data 41">
            <a:extLst>
              <a:ext uri="{FF2B5EF4-FFF2-40B4-BE49-F238E27FC236}">
                <a16:creationId xmlns:a16="http://schemas.microsoft.com/office/drawing/2014/main" id="{58C1F07E-94CC-45BF-8EE6-8CD7BD89C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/>
              <a:t>21 de maio de 20XX</a:t>
            </a:r>
          </a:p>
        </p:txBody>
      </p:sp>
    </p:spTree>
    <p:extLst>
      <p:ext uri="{BB962C8B-B14F-4D97-AF65-F5344CB8AC3E}">
        <p14:creationId xmlns:p14="http://schemas.microsoft.com/office/powerpoint/2010/main" val="2946034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8">
            <a:extLst>
              <a:ext uri="{FF2B5EF4-FFF2-40B4-BE49-F238E27FC236}">
                <a16:creationId xmlns:a16="http://schemas.microsoft.com/office/drawing/2014/main" id="{9EF1D37D-7D53-43D9-B054-3B3A36C7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850" y="563671"/>
            <a:ext cx="4989629" cy="2387771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 dirty="0"/>
              <a:t>Obrigado </a:t>
            </a:r>
          </a:p>
        </p:txBody>
      </p:sp>
      <p:sp>
        <p:nvSpPr>
          <p:cNvPr id="9" name="Marcador de Posição do Texto 8">
            <a:extLst>
              <a:ext uri="{FF2B5EF4-FFF2-40B4-BE49-F238E27FC236}">
                <a16:creationId xmlns:a16="http://schemas.microsoft.com/office/drawing/2014/main" id="{54B54C36-E55C-4D10-96EB-21DBB6481D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20509" y="5562560"/>
            <a:ext cx="4989628" cy="1756576"/>
          </a:xfrm>
        </p:spPr>
        <p:txBody>
          <a:bodyPr rtlCol="0">
            <a:normAutofit/>
          </a:bodyPr>
          <a:lstStyle>
            <a:defPPr>
              <a:defRPr lang="pt-PT"/>
            </a:defPPr>
          </a:lstStyle>
          <a:p>
            <a:pPr rtl="0"/>
            <a:r>
              <a:rPr lang="pt-PT" dirty="0"/>
              <a:t>João Sousa</a:t>
            </a:r>
          </a:p>
          <a:p>
            <a:pPr rtl="0"/>
            <a:r>
              <a:rPr lang="pt-PT" dirty="0"/>
              <a:t>1210631</a:t>
            </a:r>
          </a:p>
        </p:txBody>
      </p:sp>
      <p:sp>
        <p:nvSpPr>
          <p:cNvPr id="21" name="Marcador de Posição do Rodapé 20">
            <a:extLst>
              <a:ext uri="{FF2B5EF4-FFF2-40B4-BE49-F238E27FC236}">
                <a16:creationId xmlns:a16="http://schemas.microsoft.com/office/drawing/2014/main" id="{3C259BDD-35DF-471C-9AF0-858004861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/>
              <a:t>TÍTULO DA APRESENTAÇÃO</a:t>
            </a:r>
          </a:p>
        </p:txBody>
      </p:sp>
      <p:sp>
        <p:nvSpPr>
          <p:cNvPr id="22" name="Marcador de Posição do Número do Diapositivo 21">
            <a:extLst>
              <a:ext uri="{FF2B5EF4-FFF2-40B4-BE49-F238E27FC236}">
                <a16:creationId xmlns:a16="http://schemas.microsoft.com/office/drawing/2014/main" id="{D185F1A6-517F-4333-A04B-A1833CCBA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fld id="{8D1FC6F8-0BCD-47E9-9C64-690771D9C143}" type="slidenum">
              <a:rPr lang="pt-PT" smtClean="0"/>
              <a:pPr rtl="0"/>
              <a:t>14</a:t>
            </a:fld>
            <a:endParaRPr lang="pt-PT" dirty="0"/>
          </a:p>
        </p:txBody>
      </p:sp>
      <p:sp>
        <p:nvSpPr>
          <p:cNvPr id="14" name="Marcador de Posição da Data 13">
            <a:extLst>
              <a:ext uri="{FF2B5EF4-FFF2-40B4-BE49-F238E27FC236}">
                <a16:creationId xmlns:a16="http://schemas.microsoft.com/office/drawing/2014/main" id="{A6332EFB-A5F4-469F-9C70-AB8197068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 rtlCol="0"/>
          <a:lstStyle>
            <a:defPPr>
              <a:defRPr lang="pt-PT"/>
            </a:defPPr>
          </a:lstStyle>
          <a:p>
            <a:pPr rtl="0"/>
            <a:r>
              <a:rPr lang="pt-PT"/>
              <a:t>21 de maio de 20XX</a:t>
            </a:r>
          </a:p>
        </p:txBody>
      </p:sp>
      <p:pic>
        <p:nvPicPr>
          <p:cNvPr id="2" name="Imagem 1" descr="Uma imagem com Tipo de letra, texto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CDF30F1A-E538-4F13-B669-7A16DA279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78" y="5562560"/>
            <a:ext cx="3081534" cy="117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9445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18">
      <a:dk1>
        <a:sysClr val="windowText" lastClr="000000"/>
      </a:dk1>
      <a:lt1>
        <a:sysClr val="window" lastClr="FFFFFF"/>
      </a:lt1>
      <a:dk2>
        <a:srgbClr val="140A59"/>
      </a:dk2>
      <a:lt2>
        <a:srgbClr val="E7E6E6"/>
      </a:lt2>
      <a:accent1>
        <a:srgbClr val="2B0348"/>
      </a:accent1>
      <a:accent2>
        <a:srgbClr val="763788"/>
      </a:accent2>
      <a:accent3>
        <a:srgbClr val="EF050C"/>
      </a:accent3>
      <a:accent4>
        <a:srgbClr val="B01E4C"/>
      </a:accent4>
      <a:accent5>
        <a:srgbClr val="0565FA"/>
      </a:accent5>
      <a:accent6>
        <a:srgbClr val="0BE1FF"/>
      </a:accent6>
      <a:hlink>
        <a:srgbClr val="0563C1"/>
      </a:hlink>
      <a:folHlink>
        <a:srgbClr val="954F72"/>
      </a:folHlink>
    </a:clrScheme>
    <a:fontScheme name="Custom 15">
      <a:majorFont>
        <a:latin typeface="Century Gothic Bold"/>
        <a:ea typeface=""/>
        <a:cs typeface=""/>
      </a:majorFont>
      <a:minorFont>
        <a:latin typeface="Dayto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6061966_TF56488565_Win32" id="{00A1CD8D-3551-4BB0-ADC1-2F1485DB9A27}" vid="{215C11A7-5FFC-43F2-A25B-1935AED30B1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B8A4BC3-D1CE-4BB2-9C42-D67FD92CAF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2B339A-BBCD-4BF4-A3FE-AE1F9B12F7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1989D7-CF02-4DC5-9433-98B600ACA0D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futurista</Template>
  <TotalTime>113</TotalTime>
  <Words>474</Words>
  <Application>Microsoft Office PowerPoint</Application>
  <PresentationFormat>Ecrã Panorâmico</PresentationFormat>
  <Paragraphs>126</Paragraphs>
  <Slides>14</Slides>
  <Notes>14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Courier New</vt:lpstr>
      <vt:lpstr>Wingdings</vt:lpstr>
      <vt:lpstr>Tema do Office</vt:lpstr>
      <vt:lpstr>Sugestões de resolução de incidentes através do uso de LLM's</vt:lpstr>
      <vt:lpstr>Sobre a Empresa</vt:lpstr>
      <vt:lpstr>Contexto</vt:lpstr>
      <vt:lpstr>O que é um Incidente</vt:lpstr>
      <vt:lpstr>Problema</vt:lpstr>
      <vt:lpstr>Objetivos</vt:lpstr>
      <vt:lpstr>Metodologia de Investigação</vt:lpstr>
      <vt:lpstr>Artigos revistos</vt:lpstr>
      <vt:lpstr>Soluções existentes</vt:lpstr>
      <vt:lpstr>Metodologia proposta</vt:lpstr>
      <vt:lpstr>Metodologia proposta</vt:lpstr>
      <vt:lpstr>Pressupostos</vt:lpstr>
      <vt:lpstr>Restrições</vt:lpstr>
      <vt:lpstr>Obrigado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Sousa (1210631)</dc:creator>
  <cp:lastModifiedBy>João Sousa (1210631)</cp:lastModifiedBy>
  <cp:revision>1</cp:revision>
  <dcterms:created xsi:type="dcterms:W3CDTF">2026-01-07T22:03:21Z</dcterms:created>
  <dcterms:modified xsi:type="dcterms:W3CDTF">2026-01-07T23:56:41Z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